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10287000" cx="18288000"/>
  <p:notesSz cx="10287000" cy="10287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3840">
          <p15:clr>
            <a:srgbClr val="A4A3A4"/>
          </p15:clr>
        </p15:guide>
        <p15:guide id="3"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3840"/>
        <p:guide pos="57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457700" cy="515938"/>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 name="Google Shape;4;n"/>
          <p:cNvSpPr txBox="1"/>
          <p:nvPr>
            <p:ph idx="10" type="dt"/>
          </p:nvPr>
        </p:nvSpPr>
        <p:spPr>
          <a:xfrm>
            <a:off x="5827713" y="0"/>
            <a:ext cx="4457700" cy="5159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 name="Google Shape;5;n"/>
          <p:cNvSpPr/>
          <p:nvPr>
            <p:ph idx="3" type="sldImg"/>
          </p:nvPr>
        </p:nvSpPr>
        <p:spPr>
          <a:xfrm>
            <a:off x="2057400" y="1285875"/>
            <a:ext cx="6172200" cy="3471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028700" y="4951413"/>
            <a:ext cx="8229600" cy="404971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9771063"/>
            <a:ext cx="4457700" cy="51593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n"/>
          <p:cNvSpPr txBox="1"/>
          <p:nvPr>
            <p:ph idx="12" type="sldNum"/>
          </p:nvPr>
        </p:nvSpPr>
        <p:spPr>
          <a:xfrm>
            <a:off x="5827713" y="9771063"/>
            <a:ext cx="4457700" cy="51593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sz="12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1028700" y="4951413"/>
            <a:ext cx="8229600" cy="4049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notes"/>
          <p:cNvSpPr/>
          <p:nvPr>
            <p:ph idx="2" type="sldImg"/>
          </p:nvPr>
        </p:nvSpPr>
        <p:spPr>
          <a:xfrm>
            <a:off x="2057400" y="1285875"/>
            <a:ext cx="6172200" cy="34718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1028700" y="4951413"/>
            <a:ext cx="8229600" cy="4049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2:notes"/>
          <p:cNvSpPr/>
          <p:nvPr>
            <p:ph idx="2" type="sldImg"/>
          </p:nvPr>
        </p:nvSpPr>
        <p:spPr>
          <a:xfrm>
            <a:off x="2057400" y="1285875"/>
            <a:ext cx="6172200" cy="34718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1028700" y="4951413"/>
            <a:ext cx="8229600" cy="4049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2057400" y="1285875"/>
            <a:ext cx="6172200" cy="34718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3535de79e6_3_42:notes"/>
          <p:cNvSpPr txBox="1"/>
          <p:nvPr>
            <p:ph idx="1" type="body"/>
          </p:nvPr>
        </p:nvSpPr>
        <p:spPr>
          <a:xfrm>
            <a:off x="1028700" y="4886325"/>
            <a:ext cx="8229600" cy="4629150"/>
          </a:xfrm>
          <a:prstGeom prst="rect">
            <a:avLst/>
          </a:prstGeom>
        </p:spPr>
        <p:txBody>
          <a:bodyPr anchorCtr="0" anchor="t" bIns="125700" lIns="125700" spcFirstLastPara="1" rIns="125700" wrap="square" tIns="125700">
            <a:noAutofit/>
          </a:bodyPr>
          <a:lstStyle/>
          <a:p>
            <a:pPr indent="0" lvl="0" marL="0" rtl="0" algn="l">
              <a:spcBef>
                <a:spcPts val="0"/>
              </a:spcBef>
              <a:spcAft>
                <a:spcPts val="0"/>
              </a:spcAft>
              <a:buNone/>
            </a:pPr>
            <a:r>
              <a:t/>
            </a:r>
            <a:endParaRPr/>
          </a:p>
        </p:txBody>
      </p:sp>
      <p:sp>
        <p:nvSpPr>
          <p:cNvPr id="128" name="Google Shape;128;g33535de79e6_3_42:notes"/>
          <p:cNvSpPr/>
          <p:nvPr>
            <p:ph idx="2" type="sldImg"/>
          </p:nvPr>
        </p:nvSpPr>
        <p:spPr>
          <a:xfrm>
            <a:off x="1714838" y="771525"/>
            <a:ext cx="6858338"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1028700" y="4951413"/>
            <a:ext cx="8229600" cy="4049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2057400" y="1285875"/>
            <a:ext cx="6172200" cy="34718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2057400" y="1285875"/>
            <a:ext cx="6172200" cy="3471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6:notes"/>
          <p:cNvSpPr txBox="1"/>
          <p:nvPr>
            <p:ph idx="1" type="body"/>
          </p:nvPr>
        </p:nvSpPr>
        <p:spPr>
          <a:xfrm>
            <a:off x="1028700" y="4951413"/>
            <a:ext cx="8229600" cy="40497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6:notes"/>
          <p:cNvSpPr txBox="1"/>
          <p:nvPr>
            <p:ph idx="12" type="sldNum"/>
          </p:nvPr>
        </p:nvSpPr>
        <p:spPr>
          <a:xfrm>
            <a:off x="5827713" y="9771063"/>
            <a:ext cx="4457700" cy="51593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p:nvPr>
            <p:ph idx="2" type="sldImg"/>
          </p:nvPr>
        </p:nvSpPr>
        <p:spPr>
          <a:xfrm>
            <a:off x="2057400" y="1285875"/>
            <a:ext cx="6172200" cy="3471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7:notes"/>
          <p:cNvSpPr txBox="1"/>
          <p:nvPr>
            <p:ph idx="1" type="body"/>
          </p:nvPr>
        </p:nvSpPr>
        <p:spPr>
          <a:xfrm>
            <a:off x="1028700" y="4951413"/>
            <a:ext cx="8229600" cy="40497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7:notes"/>
          <p:cNvSpPr txBox="1"/>
          <p:nvPr>
            <p:ph idx="12" type="sldNum"/>
          </p:nvPr>
        </p:nvSpPr>
        <p:spPr>
          <a:xfrm>
            <a:off x="5827713" y="9771063"/>
            <a:ext cx="4457700" cy="51593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txBox="1"/>
          <p:nvPr>
            <p:ph idx="1" type="body"/>
          </p:nvPr>
        </p:nvSpPr>
        <p:spPr>
          <a:xfrm>
            <a:off x="1028700" y="4951413"/>
            <a:ext cx="8229600" cy="4049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8:notes"/>
          <p:cNvSpPr/>
          <p:nvPr>
            <p:ph idx="2" type="sldImg"/>
          </p:nvPr>
        </p:nvSpPr>
        <p:spPr>
          <a:xfrm>
            <a:off x="2057400" y="1285875"/>
            <a:ext cx="6172200" cy="34718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3535de79e6_1_9:notes"/>
          <p:cNvSpPr/>
          <p:nvPr>
            <p:ph idx="2" type="sldImg"/>
          </p:nvPr>
        </p:nvSpPr>
        <p:spPr>
          <a:xfrm>
            <a:off x="2057400" y="1285875"/>
            <a:ext cx="6172200" cy="34719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3535de79e6_1_9:notes"/>
          <p:cNvSpPr txBox="1"/>
          <p:nvPr>
            <p:ph idx="1" type="body"/>
          </p:nvPr>
        </p:nvSpPr>
        <p:spPr>
          <a:xfrm>
            <a:off x="1028700" y="4951413"/>
            <a:ext cx="8229600" cy="4049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3535de79e6_1_9:notes"/>
          <p:cNvSpPr txBox="1"/>
          <p:nvPr>
            <p:ph idx="12" type="sldNum"/>
          </p:nvPr>
        </p:nvSpPr>
        <p:spPr>
          <a:xfrm>
            <a:off x="5827713" y="9771063"/>
            <a:ext cx="4457700" cy="5160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3535de79e6_1_16:notes"/>
          <p:cNvSpPr/>
          <p:nvPr>
            <p:ph idx="2" type="sldImg"/>
          </p:nvPr>
        </p:nvSpPr>
        <p:spPr>
          <a:xfrm>
            <a:off x="2057400" y="1285875"/>
            <a:ext cx="6172200" cy="34719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3535de79e6_1_16:notes"/>
          <p:cNvSpPr txBox="1"/>
          <p:nvPr>
            <p:ph idx="1" type="body"/>
          </p:nvPr>
        </p:nvSpPr>
        <p:spPr>
          <a:xfrm>
            <a:off x="1028700" y="4951413"/>
            <a:ext cx="8229600" cy="4049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3535de79e6_1_16:notes"/>
          <p:cNvSpPr txBox="1"/>
          <p:nvPr>
            <p:ph idx="12" type="sldNum"/>
          </p:nvPr>
        </p:nvSpPr>
        <p:spPr>
          <a:xfrm>
            <a:off x="5827713" y="9771063"/>
            <a:ext cx="4457700" cy="5160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8" name="Shape 18"/>
        <p:cNvGrpSpPr/>
        <p:nvPr/>
      </p:nvGrpSpPr>
      <p:grpSpPr>
        <a:xfrm>
          <a:off x="0" y="0"/>
          <a:ext cx="0" cy="0"/>
          <a:chOff x="0" y="0"/>
          <a:chExt cx="0" cy="0"/>
        </a:xfrm>
      </p:grpSpPr>
      <p:sp>
        <p:nvSpPr>
          <p:cNvPr id="19" name="Google Shape;19;p2"/>
          <p:cNvSpPr/>
          <p:nvPr/>
        </p:nvSpPr>
        <p:spPr>
          <a:xfrm>
            <a:off x="0" y="3"/>
            <a:ext cx="18288000" cy="48895"/>
          </a:xfrm>
          <a:custGeom>
            <a:rect b="b" l="l" r="r" t="t"/>
            <a:pathLst>
              <a:path extrusionOk="0" h="48895" w="10287000">
                <a:moveTo>
                  <a:pt x="10286999" y="48786"/>
                </a:moveTo>
                <a:lnTo>
                  <a:pt x="0" y="48786"/>
                </a:lnTo>
                <a:lnTo>
                  <a:pt x="0" y="0"/>
                </a:lnTo>
                <a:lnTo>
                  <a:pt x="10286999" y="0"/>
                </a:lnTo>
                <a:lnTo>
                  <a:pt x="10286999" y="48786"/>
                </a:lnTo>
                <a:close/>
              </a:path>
            </a:pathLst>
          </a:custGeom>
          <a:solidFill>
            <a:srgbClr val="9DCC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0" name="Google Shape;20;p2"/>
          <p:cNvPicPr preferRelativeResize="0"/>
          <p:nvPr/>
        </p:nvPicPr>
        <p:blipFill rotWithShape="1">
          <a:blip r:embed="rId2">
            <a:alphaModFix/>
          </a:blip>
          <a:srcRect b="0" l="0" r="0" t="0"/>
          <a:stretch/>
        </p:blipFill>
        <p:spPr>
          <a:xfrm>
            <a:off x="3" y="4888419"/>
            <a:ext cx="18287998" cy="5398580"/>
          </a:xfrm>
          <a:prstGeom prst="rect">
            <a:avLst/>
          </a:prstGeom>
          <a:noFill/>
          <a:ln>
            <a:noFill/>
          </a:ln>
        </p:spPr>
      </p:pic>
      <p:sp>
        <p:nvSpPr>
          <p:cNvPr id="21" name="Google Shape;21;p2"/>
          <p:cNvSpPr/>
          <p:nvPr/>
        </p:nvSpPr>
        <p:spPr>
          <a:xfrm>
            <a:off x="15371023" y="8906026"/>
            <a:ext cx="1448364" cy="812800"/>
          </a:xfrm>
          <a:custGeom>
            <a:rect b="b" l="l" r="r" t="t"/>
            <a:pathLst>
              <a:path extrusionOk="0" h="812800" w="814704">
                <a:moveTo>
                  <a:pt x="437499" y="812799"/>
                </a:moveTo>
                <a:lnTo>
                  <a:pt x="377599" y="812799"/>
                </a:lnTo>
                <a:lnTo>
                  <a:pt x="338007" y="807719"/>
                </a:lnTo>
                <a:lnTo>
                  <a:pt x="328174" y="805179"/>
                </a:lnTo>
                <a:lnTo>
                  <a:pt x="318389" y="803909"/>
                </a:lnTo>
                <a:lnTo>
                  <a:pt x="279940" y="793749"/>
                </a:lnTo>
                <a:lnTo>
                  <a:pt x="242658" y="778509"/>
                </a:lnTo>
                <a:lnTo>
                  <a:pt x="233575" y="774699"/>
                </a:lnTo>
                <a:lnTo>
                  <a:pt x="224612" y="769619"/>
                </a:lnTo>
                <a:lnTo>
                  <a:pt x="215779" y="765809"/>
                </a:lnTo>
                <a:lnTo>
                  <a:pt x="198396" y="755649"/>
                </a:lnTo>
                <a:lnTo>
                  <a:pt x="189866" y="750569"/>
                </a:lnTo>
                <a:lnTo>
                  <a:pt x="181489" y="745489"/>
                </a:lnTo>
                <a:lnTo>
                  <a:pt x="173254" y="739139"/>
                </a:lnTo>
                <a:lnTo>
                  <a:pt x="165138" y="734059"/>
                </a:lnTo>
                <a:lnTo>
                  <a:pt x="134230" y="708659"/>
                </a:lnTo>
                <a:lnTo>
                  <a:pt x="126909" y="701039"/>
                </a:lnTo>
                <a:lnTo>
                  <a:pt x="119767" y="694689"/>
                </a:lnTo>
                <a:lnTo>
                  <a:pt x="112795" y="687069"/>
                </a:lnTo>
                <a:lnTo>
                  <a:pt x="105988" y="679449"/>
                </a:lnTo>
                <a:lnTo>
                  <a:pt x="99373" y="673099"/>
                </a:lnTo>
                <a:lnTo>
                  <a:pt x="92971" y="664209"/>
                </a:lnTo>
                <a:lnTo>
                  <a:pt x="86760" y="656589"/>
                </a:lnTo>
                <a:lnTo>
                  <a:pt x="80715" y="648969"/>
                </a:lnTo>
                <a:lnTo>
                  <a:pt x="74861" y="641349"/>
                </a:lnTo>
                <a:lnTo>
                  <a:pt x="69222" y="632459"/>
                </a:lnTo>
                <a:lnTo>
                  <a:pt x="63793" y="624839"/>
                </a:lnTo>
                <a:lnTo>
                  <a:pt x="44022" y="589279"/>
                </a:lnTo>
                <a:lnTo>
                  <a:pt x="27739" y="552449"/>
                </a:lnTo>
                <a:lnTo>
                  <a:pt x="24248" y="543559"/>
                </a:lnTo>
                <a:lnTo>
                  <a:pt x="21020" y="534669"/>
                </a:lnTo>
                <a:lnTo>
                  <a:pt x="18041" y="524509"/>
                </a:lnTo>
                <a:lnTo>
                  <a:pt x="15283" y="515619"/>
                </a:lnTo>
                <a:lnTo>
                  <a:pt x="6583" y="476249"/>
                </a:lnTo>
                <a:lnTo>
                  <a:pt x="1595" y="436879"/>
                </a:lnTo>
                <a:lnTo>
                  <a:pt x="0" y="396239"/>
                </a:lnTo>
                <a:lnTo>
                  <a:pt x="357" y="386079"/>
                </a:lnTo>
                <a:lnTo>
                  <a:pt x="4230" y="346709"/>
                </a:lnTo>
                <a:lnTo>
                  <a:pt x="11977" y="307339"/>
                </a:lnTo>
                <a:lnTo>
                  <a:pt x="14521" y="298449"/>
                </a:lnTo>
                <a:lnTo>
                  <a:pt x="17279" y="288289"/>
                </a:lnTo>
                <a:lnTo>
                  <a:pt x="20276" y="279399"/>
                </a:lnTo>
                <a:lnTo>
                  <a:pt x="23534" y="269239"/>
                </a:lnTo>
                <a:lnTo>
                  <a:pt x="27031" y="260349"/>
                </a:lnTo>
                <a:lnTo>
                  <a:pt x="30741" y="251459"/>
                </a:lnTo>
                <a:lnTo>
                  <a:pt x="34670" y="241299"/>
                </a:lnTo>
                <a:lnTo>
                  <a:pt x="38837" y="232409"/>
                </a:lnTo>
                <a:lnTo>
                  <a:pt x="43242" y="223519"/>
                </a:lnTo>
                <a:lnTo>
                  <a:pt x="47886" y="214629"/>
                </a:lnTo>
                <a:lnTo>
                  <a:pt x="52726" y="205739"/>
                </a:lnTo>
                <a:lnTo>
                  <a:pt x="57744" y="198119"/>
                </a:lnTo>
                <a:lnTo>
                  <a:pt x="62977" y="189229"/>
                </a:lnTo>
                <a:lnTo>
                  <a:pt x="68460" y="180339"/>
                </a:lnTo>
                <a:lnTo>
                  <a:pt x="74153" y="172719"/>
                </a:lnTo>
                <a:lnTo>
                  <a:pt x="80001" y="163829"/>
                </a:lnTo>
                <a:lnTo>
                  <a:pt x="105226" y="133349"/>
                </a:lnTo>
                <a:lnTo>
                  <a:pt x="119005" y="119379"/>
                </a:lnTo>
                <a:lnTo>
                  <a:pt x="126147" y="111759"/>
                </a:lnTo>
                <a:lnTo>
                  <a:pt x="133468" y="105409"/>
                </a:lnTo>
                <a:lnTo>
                  <a:pt x="140955" y="99059"/>
                </a:lnTo>
                <a:lnTo>
                  <a:pt x="148597" y="91439"/>
                </a:lnTo>
                <a:lnTo>
                  <a:pt x="156386" y="86359"/>
                </a:lnTo>
                <a:lnTo>
                  <a:pt x="164329" y="80009"/>
                </a:lnTo>
                <a:lnTo>
                  <a:pt x="172439" y="73659"/>
                </a:lnTo>
                <a:lnTo>
                  <a:pt x="189139" y="63499"/>
                </a:lnTo>
                <a:lnTo>
                  <a:pt x="197634" y="57149"/>
                </a:lnTo>
                <a:lnTo>
                  <a:pt x="206249" y="52069"/>
                </a:lnTo>
                <a:lnTo>
                  <a:pt x="215017" y="48259"/>
                </a:lnTo>
                <a:lnTo>
                  <a:pt x="223904" y="43179"/>
                </a:lnTo>
                <a:lnTo>
                  <a:pt x="232861" y="39369"/>
                </a:lnTo>
                <a:lnTo>
                  <a:pt x="241914" y="34289"/>
                </a:lnTo>
                <a:lnTo>
                  <a:pt x="269738" y="22859"/>
                </a:lnTo>
                <a:lnTo>
                  <a:pt x="279178" y="20319"/>
                </a:lnTo>
                <a:lnTo>
                  <a:pt x="288677" y="16509"/>
                </a:lnTo>
                <a:lnTo>
                  <a:pt x="307902" y="11429"/>
                </a:lnTo>
                <a:lnTo>
                  <a:pt x="317627" y="10159"/>
                </a:lnTo>
                <a:lnTo>
                  <a:pt x="337245" y="5079"/>
                </a:lnTo>
                <a:lnTo>
                  <a:pt x="366909" y="1269"/>
                </a:lnTo>
                <a:lnTo>
                  <a:pt x="376896" y="1269"/>
                </a:lnTo>
                <a:lnTo>
                  <a:pt x="386991" y="0"/>
                </a:lnTo>
                <a:lnTo>
                  <a:pt x="437118" y="0"/>
                </a:lnTo>
                <a:lnTo>
                  <a:pt x="476710" y="5079"/>
                </a:lnTo>
                <a:lnTo>
                  <a:pt x="486542" y="7619"/>
                </a:lnTo>
                <a:lnTo>
                  <a:pt x="496328" y="8889"/>
                </a:lnTo>
                <a:lnTo>
                  <a:pt x="525277" y="16509"/>
                </a:lnTo>
                <a:lnTo>
                  <a:pt x="534777" y="20319"/>
                </a:lnTo>
                <a:lnTo>
                  <a:pt x="544216" y="22859"/>
                </a:lnTo>
                <a:lnTo>
                  <a:pt x="581141" y="38099"/>
                </a:lnTo>
                <a:lnTo>
                  <a:pt x="590105" y="43179"/>
                </a:lnTo>
                <a:lnTo>
                  <a:pt x="598937" y="46989"/>
                </a:lnTo>
                <a:lnTo>
                  <a:pt x="624851" y="62229"/>
                </a:lnTo>
                <a:lnTo>
                  <a:pt x="633227" y="67309"/>
                </a:lnTo>
                <a:lnTo>
                  <a:pt x="649578" y="80009"/>
                </a:lnTo>
                <a:lnTo>
                  <a:pt x="657551" y="85089"/>
                </a:lnTo>
                <a:lnTo>
                  <a:pt x="665358" y="91439"/>
                </a:lnTo>
                <a:lnTo>
                  <a:pt x="673000" y="97789"/>
                </a:lnTo>
                <a:lnTo>
                  <a:pt x="680487" y="104139"/>
                </a:lnTo>
                <a:lnTo>
                  <a:pt x="687807" y="111759"/>
                </a:lnTo>
                <a:lnTo>
                  <a:pt x="694949" y="118109"/>
                </a:lnTo>
                <a:lnTo>
                  <a:pt x="721746" y="148589"/>
                </a:lnTo>
                <a:lnTo>
                  <a:pt x="745494" y="180339"/>
                </a:lnTo>
                <a:lnTo>
                  <a:pt x="750924" y="189229"/>
                </a:lnTo>
                <a:lnTo>
                  <a:pt x="756163" y="196849"/>
                </a:lnTo>
                <a:lnTo>
                  <a:pt x="775070" y="232409"/>
                </a:lnTo>
                <a:lnTo>
                  <a:pt x="786978" y="260349"/>
                </a:lnTo>
                <a:lnTo>
                  <a:pt x="790469" y="269239"/>
                </a:lnTo>
                <a:lnTo>
                  <a:pt x="793697" y="278129"/>
                </a:lnTo>
                <a:lnTo>
                  <a:pt x="796676" y="288289"/>
                </a:lnTo>
                <a:lnTo>
                  <a:pt x="799434" y="297179"/>
                </a:lnTo>
                <a:lnTo>
                  <a:pt x="808133" y="336549"/>
                </a:lnTo>
                <a:lnTo>
                  <a:pt x="813077" y="377189"/>
                </a:lnTo>
                <a:lnTo>
                  <a:pt x="814074" y="406399"/>
                </a:lnTo>
                <a:lnTo>
                  <a:pt x="814455" y="406399"/>
                </a:lnTo>
                <a:lnTo>
                  <a:pt x="812550" y="447039"/>
                </a:lnTo>
                <a:lnTo>
                  <a:pt x="806708" y="486409"/>
                </a:lnTo>
                <a:lnTo>
                  <a:pt x="797057" y="524509"/>
                </a:lnTo>
                <a:lnTo>
                  <a:pt x="794060" y="534669"/>
                </a:lnTo>
                <a:lnTo>
                  <a:pt x="790802" y="543559"/>
                </a:lnTo>
                <a:lnTo>
                  <a:pt x="787305" y="552449"/>
                </a:lnTo>
                <a:lnTo>
                  <a:pt x="783594" y="562609"/>
                </a:lnTo>
                <a:lnTo>
                  <a:pt x="766449" y="598169"/>
                </a:lnTo>
                <a:lnTo>
                  <a:pt x="745875" y="632459"/>
                </a:lnTo>
                <a:lnTo>
                  <a:pt x="740182" y="641349"/>
                </a:lnTo>
                <a:lnTo>
                  <a:pt x="734335" y="648969"/>
                </a:lnTo>
                <a:lnTo>
                  <a:pt x="728320" y="656589"/>
                </a:lnTo>
                <a:lnTo>
                  <a:pt x="722127" y="664209"/>
                </a:lnTo>
                <a:lnTo>
                  <a:pt x="715725" y="673099"/>
                </a:lnTo>
                <a:lnTo>
                  <a:pt x="709109" y="679449"/>
                </a:lnTo>
                <a:lnTo>
                  <a:pt x="702303" y="687069"/>
                </a:lnTo>
                <a:lnTo>
                  <a:pt x="695330" y="694689"/>
                </a:lnTo>
                <a:lnTo>
                  <a:pt x="688188" y="701039"/>
                </a:lnTo>
                <a:lnTo>
                  <a:pt x="680868" y="708659"/>
                </a:lnTo>
                <a:lnTo>
                  <a:pt x="673381" y="715009"/>
                </a:lnTo>
                <a:lnTo>
                  <a:pt x="665739" y="721359"/>
                </a:lnTo>
                <a:lnTo>
                  <a:pt x="657950" y="727709"/>
                </a:lnTo>
                <a:lnTo>
                  <a:pt x="650007" y="734059"/>
                </a:lnTo>
                <a:lnTo>
                  <a:pt x="641897" y="739139"/>
                </a:lnTo>
                <a:lnTo>
                  <a:pt x="633608" y="745489"/>
                </a:lnTo>
                <a:lnTo>
                  <a:pt x="625197" y="750569"/>
                </a:lnTo>
                <a:lnTo>
                  <a:pt x="608087" y="760729"/>
                </a:lnTo>
                <a:lnTo>
                  <a:pt x="599318" y="765809"/>
                </a:lnTo>
                <a:lnTo>
                  <a:pt x="590432" y="769619"/>
                </a:lnTo>
                <a:lnTo>
                  <a:pt x="581475" y="774699"/>
                </a:lnTo>
                <a:lnTo>
                  <a:pt x="572422" y="778509"/>
                </a:lnTo>
                <a:lnTo>
                  <a:pt x="535158" y="793749"/>
                </a:lnTo>
                <a:lnTo>
                  <a:pt x="496709" y="803909"/>
                </a:lnTo>
                <a:lnTo>
                  <a:pt x="486923" y="805179"/>
                </a:lnTo>
                <a:lnTo>
                  <a:pt x="477091" y="807719"/>
                </a:lnTo>
                <a:lnTo>
                  <a:pt x="437499" y="812799"/>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 name="Google Shape;22;p2"/>
          <p:cNvSpPr/>
          <p:nvPr/>
        </p:nvSpPr>
        <p:spPr>
          <a:xfrm>
            <a:off x="15348231" y="8892051"/>
            <a:ext cx="1490133" cy="838200"/>
          </a:xfrm>
          <a:custGeom>
            <a:rect b="b" l="l" r="r" t="t"/>
            <a:pathLst>
              <a:path extrusionOk="0" h="838200" w="838200">
                <a:moveTo>
                  <a:pt x="458976" y="838196"/>
                </a:moveTo>
                <a:lnTo>
                  <a:pt x="381125" y="838196"/>
                </a:lnTo>
                <a:lnTo>
                  <a:pt x="332728" y="830862"/>
                </a:lnTo>
                <a:lnTo>
                  <a:pt x="286292" y="818166"/>
                </a:lnTo>
                <a:lnTo>
                  <a:pt x="242148" y="800442"/>
                </a:lnTo>
                <a:lnTo>
                  <a:pt x="200630" y="778024"/>
                </a:lnTo>
                <a:lnTo>
                  <a:pt x="162070" y="751244"/>
                </a:lnTo>
                <a:lnTo>
                  <a:pt x="126801" y="720435"/>
                </a:lnTo>
                <a:lnTo>
                  <a:pt x="95156" y="685932"/>
                </a:lnTo>
                <a:lnTo>
                  <a:pt x="67466" y="648068"/>
                </a:lnTo>
                <a:lnTo>
                  <a:pt x="44065" y="607175"/>
                </a:lnTo>
                <a:lnTo>
                  <a:pt x="25285" y="563587"/>
                </a:lnTo>
                <a:lnTo>
                  <a:pt x="11459" y="517638"/>
                </a:lnTo>
                <a:lnTo>
                  <a:pt x="2920" y="469660"/>
                </a:lnTo>
                <a:lnTo>
                  <a:pt x="0" y="419987"/>
                </a:lnTo>
                <a:lnTo>
                  <a:pt x="2829" y="371064"/>
                </a:lnTo>
                <a:lnTo>
                  <a:pt x="11108" y="323784"/>
                </a:lnTo>
                <a:lnTo>
                  <a:pt x="24517" y="278464"/>
                </a:lnTo>
                <a:lnTo>
                  <a:pt x="42741" y="235421"/>
                </a:lnTo>
                <a:lnTo>
                  <a:pt x="65462" y="194972"/>
                </a:lnTo>
                <a:lnTo>
                  <a:pt x="92362" y="157435"/>
                </a:lnTo>
                <a:lnTo>
                  <a:pt x="123126" y="123126"/>
                </a:lnTo>
                <a:lnTo>
                  <a:pt x="157435" y="92362"/>
                </a:lnTo>
                <a:lnTo>
                  <a:pt x="194972" y="65462"/>
                </a:lnTo>
                <a:lnTo>
                  <a:pt x="235421" y="42741"/>
                </a:lnTo>
                <a:lnTo>
                  <a:pt x="278464" y="24517"/>
                </a:lnTo>
                <a:lnTo>
                  <a:pt x="323784" y="11108"/>
                </a:lnTo>
                <a:lnTo>
                  <a:pt x="371064" y="2829"/>
                </a:lnTo>
                <a:lnTo>
                  <a:pt x="419987" y="0"/>
                </a:lnTo>
                <a:lnTo>
                  <a:pt x="468120" y="2829"/>
                </a:lnTo>
                <a:lnTo>
                  <a:pt x="469151" y="2829"/>
                </a:lnTo>
                <a:lnTo>
                  <a:pt x="517637" y="11459"/>
                </a:lnTo>
                <a:lnTo>
                  <a:pt x="563587" y="25285"/>
                </a:lnTo>
                <a:lnTo>
                  <a:pt x="421817" y="25285"/>
                </a:lnTo>
                <a:lnTo>
                  <a:pt x="370564" y="28480"/>
                </a:lnTo>
                <a:lnTo>
                  <a:pt x="322953" y="37473"/>
                </a:lnTo>
                <a:lnTo>
                  <a:pt x="277526" y="52006"/>
                </a:lnTo>
                <a:lnTo>
                  <a:pt x="234655" y="71705"/>
                </a:lnTo>
                <a:lnTo>
                  <a:pt x="194714" y="96199"/>
                </a:lnTo>
                <a:lnTo>
                  <a:pt x="158076" y="125113"/>
                </a:lnTo>
                <a:lnTo>
                  <a:pt x="125113" y="158076"/>
                </a:lnTo>
                <a:lnTo>
                  <a:pt x="96198" y="194714"/>
                </a:lnTo>
                <a:lnTo>
                  <a:pt x="71705" y="234655"/>
                </a:lnTo>
                <a:lnTo>
                  <a:pt x="52005" y="277526"/>
                </a:lnTo>
                <a:lnTo>
                  <a:pt x="37473" y="322953"/>
                </a:lnTo>
                <a:lnTo>
                  <a:pt x="28480" y="370565"/>
                </a:lnTo>
                <a:lnTo>
                  <a:pt x="25399" y="419987"/>
                </a:lnTo>
                <a:lnTo>
                  <a:pt x="28480" y="469410"/>
                </a:lnTo>
                <a:lnTo>
                  <a:pt x="37473" y="517021"/>
                </a:lnTo>
                <a:lnTo>
                  <a:pt x="52005" y="562449"/>
                </a:lnTo>
                <a:lnTo>
                  <a:pt x="71705" y="605319"/>
                </a:lnTo>
                <a:lnTo>
                  <a:pt x="96198" y="645260"/>
                </a:lnTo>
                <a:lnTo>
                  <a:pt x="125113" y="681898"/>
                </a:lnTo>
                <a:lnTo>
                  <a:pt x="158076" y="714861"/>
                </a:lnTo>
                <a:lnTo>
                  <a:pt x="194714" y="743775"/>
                </a:lnTo>
                <a:lnTo>
                  <a:pt x="234655" y="768269"/>
                </a:lnTo>
                <a:lnTo>
                  <a:pt x="277526" y="787968"/>
                </a:lnTo>
                <a:lnTo>
                  <a:pt x="322953" y="802501"/>
                </a:lnTo>
                <a:lnTo>
                  <a:pt x="370564" y="811494"/>
                </a:lnTo>
                <a:lnTo>
                  <a:pt x="419987" y="814574"/>
                </a:lnTo>
                <a:lnTo>
                  <a:pt x="562811" y="814574"/>
                </a:lnTo>
                <a:lnTo>
                  <a:pt x="555408" y="817593"/>
                </a:lnTo>
                <a:lnTo>
                  <a:pt x="508209" y="830669"/>
                </a:lnTo>
                <a:lnTo>
                  <a:pt x="458976" y="838196"/>
                </a:lnTo>
                <a:close/>
              </a:path>
              <a:path extrusionOk="0" h="838200" w="838200">
                <a:moveTo>
                  <a:pt x="562811" y="814574"/>
                </a:moveTo>
                <a:lnTo>
                  <a:pt x="419987" y="814574"/>
                </a:lnTo>
                <a:lnTo>
                  <a:pt x="469410" y="811494"/>
                </a:lnTo>
                <a:lnTo>
                  <a:pt x="517021" y="802501"/>
                </a:lnTo>
                <a:lnTo>
                  <a:pt x="562448" y="787968"/>
                </a:lnTo>
                <a:lnTo>
                  <a:pt x="605319" y="768269"/>
                </a:lnTo>
                <a:lnTo>
                  <a:pt x="645260" y="743775"/>
                </a:lnTo>
                <a:lnTo>
                  <a:pt x="681898" y="714861"/>
                </a:lnTo>
                <a:lnTo>
                  <a:pt x="714861" y="681898"/>
                </a:lnTo>
                <a:lnTo>
                  <a:pt x="743775" y="645260"/>
                </a:lnTo>
                <a:lnTo>
                  <a:pt x="768269" y="605319"/>
                </a:lnTo>
                <a:lnTo>
                  <a:pt x="787968" y="562449"/>
                </a:lnTo>
                <a:lnTo>
                  <a:pt x="802501" y="517021"/>
                </a:lnTo>
                <a:lnTo>
                  <a:pt x="811447" y="469660"/>
                </a:lnTo>
                <a:lnTo>
                  <a:pt x="814574" y="419987"/>
                </a:lnTo>
                <a:lnTo>
                  <a:pt x="811525" y="371064"/>
                </a:lnTo>
                <a:lnTo>
                  <a:pt x="802501" y="322953"/>
                </a:lnTo>
                <a:lnTo>
                  <a:pt x="787968" y="277526"/>
                </a:lnTo>
                <a:lnTo>
                  <a:pt x="768269" y="234655"/>
                </a:lnTo>
                <a:lnTo>
                  <a:pt x="743775" y="194714"/>
                </a:lnTo>
                <a:lnTo>
                  <a:pt x="714861" y="158076"/>
                </a:lnTo>
                <a:lnTo>
                  <a:pt x="681898" y="125113"/>
                </a:lnTo>
                <a:lnTo>
                  <a:pt x="645260" y="96199"/>
                </a:lnTo>
                <a:lnTo>
                  <a:pt x="605319" y="71705"/>
                </a:lnTo>
                <a:lnTo>
                  <a:pt x="562448" y="52006"/>
                </a:lnTo>
                <a:lnTo>
                  <a:pt x="517021" y="37473"/>
                </a:lnTo>
                <a:lnTo>
                  <a:pt x="469410" y="28480"/>
                </a:lnTo>
                <a:lnTo>
                  <a:pt x="418157" y="25285"/>
                </a:lnTo>
                <a:lnTo>
                  <a:pt x="563587" y="25285"/>
                </a:lnTo>
                <a:lnTo>
                  <a:pt x="607175" y="44065"/>
                </a:lnTo>
                <a:lnTo>
                  <a:pt x="648068" y="67466"/>
                </a:lnTo>
                <a:lnTo>
                  <a:pt x="685932" y="95156"/>
                </a:lnTo>
                <a:lnTo>
                  <a:pt x="720435" y="126802"/>
                </a:lnTo>
                <a:lnTo>
                  <a:pt x="751243" y="162071"/>
                </a:lnTo>
                <a:lnTo>
                  <a:pt x="778024" y="200630"/>
                </a:lnTo>
                <a:lnTo>
                  <a:pt x="800442" y="242148"/>
                </a:lnTo>
                <a:lnTo>
                  <a:pt x="818166" y="286292"/>
                </a:lnTo>
                <a:lnTo>
                  <a:pt x="830862" y="332729"/>
                </a:lnTo>
                <a:lnTo>
                  <a:pt x="838196" y="381125"/>
                </a:lnTo>
                <a:lnTo>
                  <a:pt x="838196" y="458849"/>
                </a:lnTo>
                <a:lnTo>
                  <a:pt x="830669" y="508112"/>
                </a:lnTo>
                <a:lnTo>
                  <a:pt x="817594" y="555335"/>
                </a:lnTo>
                <a:lnTo>
                  <a:pt x="799321" y="600168"/>
                </a:lnTo>
                <a:lnTo>
                  <a:pt x="776202" y="642260"/>
                </a:lnTo>
                <a:lnTo>
                  <a:pt x="748589" y="681260"/>
                </a:lnTo>
                <a:lnTo>
                  <a:pt x="716832" y="716817"/>
                </a:lnTo>
                <a:lnTo>
                  <a:pt x="681285" y="748580"/>
                </a:lnTo>
                <a:lnTo>
                  <a:pt x="642297" y="776197"/>
                </a:lnTo>
                <a:lnTo>
                  <a:pt x="600221" y="799319"/>
                </a:lnTo>
                <a:lnTo>
                  <a:pt x="562811" y="814574"/>
                </a:lnTo>
                <a:close/>
              </a:path>
            </a:pathLst>
          </a:custGeom>
          <a:solidFill>
            <a:srgbClr val="9DCC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 name="Google Shape;23;p2"/>
          <p:cNvSpPr/>
          <p:nvPr/>
        </p:nvSpPr>
        <p:spPr>
          <a:xfrm>
            <a:off x="15969571" y="9153165"/>
            <a:ext cx="342053" cy="318135"/>
          </a:xfrm>
          <a:custGeom>
            <a:rect b="b" l="l" r="r" t="t"/>
            <a:pathLst>
              <a:path extrusionOk="0" h="318134" w="192404">
                <a:moveTo>
                  <a:pt x="36703" y="317752"/>
                </a:moveTo>
                <a:lnTo>
                  <a:pt x="0" y="282446"/>
                </a:lnTo>
                <a:lnTo>
                  <a:pt x="120649" y="157224"/>
                </a:lnTo>
                <a:lnTo>
                  <a:pt x="254" y="35940"/>
                </a:lnTo>
                <a:lnTo>
                  <a:pt x="36448" y="0"/>
                </a:lnTo>
                <a:lnTo>
                  <a:pt x="191896" y="156590"/>
                </a:lnTo>
                <a:lnTo>
                  <a:pt x="36703" y="317752"/>
                </a:lnTo>
                <a:close/>
              </a:path>
            </a:pathLst>
          </a:custGeom>
          <a:solidFill>
            <a:srgbClr val="2E2E2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 name="Google Shape;24;p2"/>
          <p:cNvSpPr txBox="1"/>
          <p:nvPr>
            <p:ph type="ctrTitle"/>
          </p:nvPr>
        </p:nvSpPr>
        <p:spPr>
          <a:xfrm>
            <a:off x="1806222" y="1162106"/>
            <a:ext cx="11433387" cy="56938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7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
          <p:cNvSpPr txBox="1"/>
          <p:nvPr>
            <p:ph idx="1" type="subTitle"/>
          </p:nvPr>
        </p:nvSpPr>
        <p:spPr>
          <a:xfrm>
            <a:off x="2743200" y="5760720"/>
            <a:ext cx="12801600" cy="5232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400">
                <a:solidFill>
                  <a:srgbClr val="2F2F2F"/>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
          <p:cNvSpPr txBox="1"/>
          <p:nvPr>
            <p:ph idx="11" type="ftr"/>
          </p:nvPr>
        </p:nvSpPr>
        <p:spPr>
          <a:xfrm>
            <a:off x="6217920" y="9566912"/>
            <a:ext cx="5852160" cy="27699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
          <p:cNvSpPr txBox="1"/>
          <p:nvPr>
            <p:ph idx="10" type="dt"/>
          </p:nvPr>
        </p:nvSpPr>
        <p:spPr>
          <a:xfrm>
            <a:off x="914400" y="9566912"/>
            <a:ext cx="420624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
          <p:cNvSpPr txBox="1"/>
          <p:nvPr>
            <p:ph idx="12" type="sldNum"/>
          </p:nvPr>
        </p:nvSpPr>
        <p:spPr>
          <a:xfrm>
            <a:off x="13167360" y="9566912"/>
            <a:ext cx="4206240" cy="276999"/>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9" name="Shape 29"/>
        <p:cNvGrpSpPr/>
        <p:nvPr/>
      </p:nvGrpSpPr>
      <p:grpSpPr>
        <a:xfrm>
          <a:off x="0" y="0"/>
          <a:ext cx="0" cy="0"/>
          <a:chOff x="0" y="0"/>
          <a:chExt cx="0" cy="0"/>
        </a:xfrm>
      </p:grpSpPr>
      <p:sp>
        <p:nvSpPr>
          <p:cNvPr id="30" name="Google Shape;30;p3"/>
          <p:cNvSpPr txBox="1"/>
          <p:nvPr>
            <p:ph type="title"/>
          </p:nvPr>
        </p:nvSpPr>
        <p:spPr>
          <a:xfrm>
            <a:off x="4404201" y="2714046"/>
            <a:ext cx="9408160" cy="56938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7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
          <p:cNvSpPr txBox="1"/>
          <p:nvPr>
            <p:ph idx="1" type="body"/>
          </p:nvPr>
        </p:nvSpPr>
        <p:spPr>
          <a:xfrm>
            <a:off x="3037377" y="4314800"/>
            <a:ext cx="12455031" cy="5232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400">
                <a:solidFill>
                  <a:srgbClr val="2F2F2F"/>
                </a:solidFill>
                <a:latin typeface="Verdana"/>
                <a:ea typeface="Verdana"/>
                <a:cs typeface="Verdana"/>
                <a:sym typeface="Verdan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3"/>
          <p:cNvSpPr txBox="1"/>
          <p:nvPr>
            <p:ph idx="11" type="ftr"/>
          </p:nvPr>
        </p:nvSpPr>
        <p:spPr>
          <a:xfrm>
            <a:off x="6217920" y="9566912"/>
            <a:ext cx="5852160" cy="27699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
          <p:cNvSpPr txBox="1"/>
          <p:nvPr>
            <p:ph idx="10" type="dt"/>
          </p:nvPr>
        </p:nvSpPr>
        <p:spPr>
          <a:xfrm>
            <a:off x="914400" y="9566912"/>
            <a:ext cx="420624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
          <p:cNvSpPr txBox="1"/>
          <p:nvPr>
            <p:ph idx="12" type="sldNum"/>
          </p:nvPr>
        </p:nvSpPr>
        <p:spPr>
          <a:xfrm>
            <a:off x="13167360" y="9566912"/>
            <a:ext cx="4206240" cy="276999"/>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5" name="Shape 35"/>
        <p:cNvGrpSpPr/>
        <p:nvPr/>
      </p:nvGrpSpPr>
      <p:grpSpPr>
        <a:xfrm>
          <a:off x="0" y="0"/>
          <a:ext cx="0" cy="0"/>
          <a:chOff x="0" y="0"/>
          <a:chExt cx="0" cy="0"/>
        </a:xfrm>
      </p:grpSpPr>
      <p:sp>
        <p:nvSpPr>
          <p:cNvPr id="36" name="Google Shape;36;p4"/>
          <p:cNvSpPr txBox="1"/>
          <p:nvPr>
            <p:ph type="title"/>
          </p:nvPr>
        </p:nvSpPr>
        <p:spPr>
          <a:xfrm>
            <a:off x="4404201" y="2714046"/>
            <a:ext cx="9408160" cy="56938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7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
          <p:cNvSpPr txBox="1"/>
          <p:nvPr>
            <p:ph idx="1" type="body"/>
          </p:nvPr>
        </p:nvSpPr>
        <p:spPr>
          <a:xfrm>
            <a:off x="914403" y="2366010"/>
            <a:ext cx="7955280" cy="5232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4"/>
          <p:cNvSpPr txBox="1"/>
          <p:nvPr>
            <p:ph idx="2" type="body"/>
          </p:nvPr>
        </p:nvSpPr>
        <p:spPr>
          <a:xfrm>
            <a:off x="9418323" y="2366010"/>
            <a:ext cx="7955280" cy="5232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4"/>
          <p:cNvSpPr txBox="1"/>
          <p:nvPr>
            <p:ph idx="11" type="ftr"/>
          </p:nvPr>
        </p:nvSpPr>
        <p:spPr>
          <a:xfrm>
            <a:off x="6217920" y="9566912"/>
            <a:ext cx="5852160" cy="27699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4"/>
          <p:cNvSpPr txBox="1"/>
          <p:nvPr>
            <p:ph idx="10" type="dt"/>
          </p:nvPr>
        </p:nvSpPr>
        <p:spPr>
          <a:xfrm>
            <a:off x="914400" y="9566912"/>
            <a:ext cx="420624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4"/>
          <p:cNvSpPr txBox="1"/>
          <p:nvPr>
            <p:ph idx="12" type="sldNum"/>
          </p:nvPr>
        </p:nvSpPr>
        <p:spPr>
          <a:xfrm>
            <a:off x="13167360" y="9566912"/>
            <a:ext cx="4206240" cy="276999"/>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 name="Shape 42"/>
        <p:cNvGrpSpPr/>
        <p:nvPr/>
      </p:nvGrpSpPr>
      <p:grpSpPr>
        <a:xfrm>
          <a:off x="0" y="0"/>
          <a:ext cx="0" cy="0"/>
          <a:chOff x="0" y="0"/>
          <a:chExt cx="0" cy="0"/>
        </a:xfrm>
      </p:grpSpPr>
      <p:sp>
        <p:nvSpPr>
          <p:cNvPr id="43" name="Google Shape;43;p5"/>
          <p:cNvSpPr txBox="1"/>
          <p:nvPr>
            <p:ph type="title"/>
          </p:nvPr>
        </p:nvSpPr>
        <p:spPr>
          <a:xfrm>
            <a:off x="4404201" y="2714046"/>
            <a:ext cx="9408160" cy="56938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7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
          <p:cNvSpPr txBox="1"/>
          <p:nvPr>
            <p:ph idx="11" type="ftr"/>
          </p:nvPr>
        </p:nvSpPr>
        <p:spPr>
          <a:xfrm>
            <a:off x="6217920" y="9566912"/>
            <a:ext cx="5852160" cy="27699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
          <p:cNvSpPr txBox="1"/>
          <p:nvPr>
            <p:ph idx="10" type="dt"/>
          </p:nvPr>
        </p:nvSpPr>
        <p:spPr>
          <a:xfrm>
            <a:off x="914400" y="9566912"/>
            <a:ext cx="420624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
          <p:cNvSpPr txBox="1"/>
          <p:nvPr>
            <p:ph idx="12" type="sldNum"/>
          </p:nvPr>
        </p:nvSpPr>
        <p:spPr>
          <a:xfrm>
            <a:off x="13167360" y="9566912"/>
            <a:ext cx="4206240" cy="276999"/>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7" name="Shape 47"/>
        <p:cNvGrpSpPr/>
        <p:nvPr/>
      </p:nvGrpSpPr>
      <p:grpSpPr>
        <a:xfrm>
          <a:off x="0" y="0"/>
          <a:ext cx="0" cy="0"/>
          <a:chOff x="0" y="0"/>
          <a:chExt cx="0" cy="0"/>
        </a:xfrm>
      </p:grpSpPr>
      <p:sp>
        <p:nvSpPr>
          <p:cNvPr id="48" name="Google Shape;48;p6"/>
          <p:cNvSpPr txBox="1"/>
          <p:nvPr>
            <p:ph idx="11" type="ftr"/>
          </p:nvPr>
        </p:nvSpPr>
        <p:spPr>
          <a:xfrm>
            <a:off x="6217920" y="9566912"/>
            <a:ext cx="5852160" cy="27699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6"/>
          <p:cNvSpPr txBox="1"/>
          <p:nvPr>
            <p:ph idx="10" type="dt"/>
          </p:nvPr>
        </p:nvSpPr>
        <p:spPr>
          <a:xfrm>
            <a:off x="914400" y="9566912"/>
            <a:ext cx="420624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2" type="sldNum"/>
          </p:nvPr>
        </p:nvSpPr>
        <p:spPr>
          <a:xfrm>
            <a:off x="13167360" y="9566912"/>
            <a:ext cx="4206240" cy="276999"/>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p8"/>
          <p:cNvSpPr txBox="1"/>
          <p:nvPr>
            <p:ph type="title"/>
          </p:nvPr>
        </p:nvSpPr>
        <p:spPr>
          <a:xfrm>
            <a:off x="4404201" y="2714048"/>
            <a:ext cx="9408160" cy="56938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100"/>
              <a:buNone/>
              <a:defRPr b="0" i="0" sz="3700">
                <a:solidFill>
                  <a:schemeClr val="dk1"/>
                </a:solidFill>
                <a:latin typeface="Verdana"/>
                <a:ea typeface="Verdana"/>
                <a:cs typeface="Verdana"/>
                <a:sym typeface="Verdana"/>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62" name="Google Shape;62;p8"/>
          <p:cNvSpPr txBox="1"/>
          <p:nvPr>
            <p:ph idx="1" type="body"/>
          </p:nvPr>
        </p:nvSpPr>
        <p:spPr>
          <a:xfrm>
            <a:off x="3037377" y="4314801"/>
            <a:ext cx="12455031" cy="5232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2100"/>
              <a:buNone/>
              <a:defRPr b="0" i="0" sz="3400">
                <a:solidFill>
                  <a:srgbClr val="2F2F2F"/>
                </a:solidFill>
                <a:latin typeface="Verdana"/>
                <a:ea typeface="Verdana"/>
                <a:cs typeface="Verdana"/>
                <a:sym typeface="Verdana"/>
              </a:defRPr>
            </a:lvl1pPr>
            <a:lvl2pPr indent="-228600" lvl="1" marL="914400" algn="l">
              <a:spcBef>
                <a:spcPts val="0"/>
              </a:spcBef>
              <a:spcAft>
                <a:spcPts val="0"/>
              </a:spcAft>
              <a:buSzPts val="2100"/>
              <a:buNone/>
              <a:defRPr/>
            </a:lvl2pPr>
            <a:lvl3pPr indent="-228600" lvl="2" marL="1371600" algn="l">
              <a:spcBef>
                <a:spcPts val="0"/>
              </a:spcBef>
              <a:spcAft>
                <a:spcPts val="0"/>
              </a:spcAft>
              <a:buSzPts val="2100"/>
              <a:buNone/>
              <a:defRPr/>
            </a:lvl3pPr>
            <a:lvl4pPr indent="-228600" lvl="3" marL="1828800" algn="l">
              <a:spcBef>
                <a:spcPts val="0"/>
              </a:spcBef>
              <a:spcAft>
                <a:spcPts val="0"/>
              </a:spcAft>
              <a:buSzPts val="2100"/>
              <a:buNone/>
              <a:defRPr/>
            </a:lvl4pPr>
            <a:lvl5pPr indent="-228600" lvl="4" marL="2286000" algn="l">
              <a:spcBef>
                <a:spcPts val="0"/>
              </a:spcBef>
              <a:spcAft>
                <a:spcPts val="0"/>
              </a:spcAft>
              <a:buSzPts val="2100"/>
              <a:buNone/>
              <a:defRPr/>
            </a:lvl5pPr>
            <a:lvl6pPr indent="-228600" lvl="5" marL="2743200" algn="l">
              <a:spcBef>
                <a:spcPts val="0"/>
              </a:spcBef>
              <a:spcAft>
                <a:spcPts val="0"/>
              </a:spcAft>
              <a:buSzPts val="2100"/>
              <a:buNone/>
              <a:defRPr/>
            </a:lvl6pPr>
            <a:lvl7pPr indent="-228600" lvl="6" marL="3200400" algn="l">
              <a:spcBef>
                <a:spcPts val="0"/>
              </a:spcBef>
              <a:spcAft>
                <a:spcPts val="0"/>
              </a:spcAft>
              <a:buSzPts val="2100"/>
              <a:buNone/>
              <a:defRPr/>
            </a:lvl7pPr>
            <a:lvl8pPr indent="-228600" lvl="7" marL="3657600" algn="l">
              <a:spcBef>
                <a:spcPts val="0"/>
              </a:spcBef>
              <a:spcAft>
                <a:spcPts val="0"/>
              </a:spcAft>
              <a:buSzPts val="2100"/>
              <a:buNone/>
              <a:defRPr/>
            </a:lvl8pPr>
            <a:lvl9pPr indent="-228600" lvl="8" marL="4114800" algn="l">
              <a:spcBef>
                <a:spcPts val="0"/>
              </a:spcBef>
              <a:spcAft>
                <a:spcPts val="0"/>
              </a:spcAft>
              <a:buSzPts val="2100"/>
              <a:buNone/>
              <a:defRPr/>
            </a:lvl9pPr>
          </a:lstStyle>
          <a:p/>
        </p:txBody>
      </p:sp>
      <p:sp>
        <p:nvSpPr>
          <p:cNvPr id="63" name="Google Shape;63;p8"/>
          <p:cNvSpPr txBox="1"/>
          <p:nvPr>
            <p:ph idx="11" type="ftr"/>
          </p:nvPr>
        </p:nvSpPr>
        <p:spPr>
          <a:xfrm>
            <a:off x="6217920" y="9566913"/>
            <a:ext cx="5852160" cy="41549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2100"/>
              <a:buNone/>
              <a:defRPr>
                <a:solidFill>
                  <a:srgbClr val="888888"/>
                </a:solidFill>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64" name="Google Shape;64;p8"/>
          <p:cNvSpPr txBox="1"/>
          <p:nvPr>
            <p:ph idx="10" type="dt"/>
          </p:nvPr>
        </p:nvSpPr>
        <p:spPr>
          <a:xfrm>
            <a:off x="914400" y="9566913"/>
            <a:ext cx="4206240" cy="4154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100"/>
              <a:buNone/>
              <a:defRPr>
                <a:solidFill>
                  <a:srgbClr val="888888"/>
                </a:solidFill>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65" name="Google Shape;65;p8"/>
          <p:cNvSpPr txBox="1"/>
          <p:nvPr>
            <p:ph idx="12" type="sldNum"/>
          </p:nvPr>
        </p:nvSpPr>
        <p:spPr>
          <a:xfrm>
            <a:off x="13167360" y="9566913"/>
            <a:ext cx="4206240" cy="415499"/>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2700">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1"/>
        </a:solidFill>
      </p:bgPr>
    </p:bg>
    <p:spTree>
      <p:nvGrpSpPr>
        <p:cNvPr id="66" name="Shape 66"/>
        <p:cNvGrpSpPr/>
        <p:nvPr/>
      </p:nvGrpSpPr>
      <p:grpSpPr>
        <a:xfrm>
          <a:off x="0" y="0"/>
          <a:ext cx="0" cy="0"/>
          <a:chOff x="0" y="0"/>
          <a:chExt cx="0" cy="0"/>
        </a:xfrm>
      </p:grpSpPr>
      <p:sp>
        <p:nvSpPr>
          <p:cNvPr id="67" name="Google Shape;67;p9"/>
          <p:cNvSpPr/>
          <p:nvPr/>
        </p:nvSpPr>
        <p:spPr>
          <a:xfrm>
            <a:off x="0" y="3"/>
            <a:ext cx="18288000" cy="48896"/>
          </a:xfrm>
          <a:custGeom>
            <a:rect b="b" l="l" r="r" t="t"/>
            <a:pathLst>
              <a:path extrusionOk="0" h="48895" w="10287000">
                <a:moveTo>
                  <a:pt x="10286999" y="48786"/>
                </a:moveTo>
                <a:lnTo>
                  <a:pt x="0" y="48786"/>
                </a:lnTo>
                <a:lnTo>
                  <a:pt x="0" y="0"/>
                </a:lnTo>
                <a:lnTo>
                  <a:pt x="10286999" y="0"/>
                </a:lnTo>
                <a:lnTo>
                  <a:pt x="10286999" y="48786"/>
                </a:lnTo>
                <a:close/>
              </a:path>
            </a:pathLst>
          </a:custGeom>
          <a:solidFill>
            <a:srgbClr val="9DCC5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8" name="Google Shape;68;p9"/>
          <p:cNvPicPr preferRelativeResize="0"/>
          <p:nvPr/>
        </p:nvPicPr>
        <p:blipFill rotWithShape="1">
          <a:blip r:embed="rId2">
            <a:alphaModFix/>
          </a:blip>
          <a:srcRect b="0" l="0" r="0" t="0"/>
          <a:stretch/>
        </p:blipFill>
        <p:spPr>
          <a:xfrm>
            <a:off x="3" y="4888419"/>
            <a:ext cx="18287999" cy="5398580"/>
          </a:xfrm>
          <a:prstGeom prst="rect">
            <a:avLst/>
          </a:prstGeom>
          <a:noFill/>
          <a:ln>
            <a:noFill/>
          </a:ln>
        </p:spPr>
      </p:pic>
      <p:sp>
        <p:nvSpPr>
          <p:cNvPr id="69" name="Google Shape;69;p9"/>
          <p:cNvSpPr/>
          <p:nvPr/>
        </p:nvSpPr>
        <p:spPr>
          <a:xfrm>
            <a:off x="15371024" y="8906027"/>
            <a:ext cx="1448364" cy="812801"/>
          </a:xfrm>
          <a:custGeom>
            <a:rect b="b" l="l" r="r" t="t"/>
            <a:pathLst>
              <a:path extrusionOk="0" h="812800" w="814704">
                <a:moveTo>
                  <a:pt x="437499" y="812799"/>
                </a:moveTo>
                <a:lnTo>
                  <a:pt x="377599" y="812799"/>
                </a:lnTo>
                <a:lnTo>
                  <a:pt x="338007" y="807719"/>
                </a:lnTo>
                <a:lnTo>
                  <a:pt x="328174" y="805179"/>
                </a:lnTo>
                <a:lnTo>
                  <a:pt x="318389" y="803909"/>
                </a:lnTo>
                <a:lnTo>
                  <a:pt x="279940" y="793749"/>
                </a:lnTo>
                <a:lnTo>
                  <a:pt x="242658" y="778509"/>
                </a:lnTo>
                <a:lnTo>
                  <a:pt x="233575" y="774699"/>
                </a:lnTo>
                <a:lnTo>
                  <a:pt x="224612" y="769619"/>
                </a:lnTo>
                <a:lnTo>
                  <a:pt x="215779" y="765809"/>
                </a:lnTo>
                <a:lnTo>
                  <a:pt x="198396" y="755649"/>
                </a:lnTo>
                <a:lnTo>
                  <a:pt x="189866" y="750569"/>
                </a:lnTo>
                <a:lnTo>
                  <a:pt x="181489" y="745489"/>
                </a:lnTo>
                <a:lnTo>
                  <a:pt x="173254" y="739139"/>
                </a:lnTo>
                <a:lnTo>
                  <a:pt x="165138" y="734059"/>
                </a:lnTo>
                <a:lnTo>
                  <a:pt x="134230" y="708659"/>
                </a:lnTo>
                <a:lnTo>
                  <a:pt x="126909" y="701039"/>
                </a:lnTo>
                <a:lnTo>
                  <a:pt x="119767" y="694689"/>
                </a:lnTo>
                <a:lnTo>
                  <a:pt x="112795" y="687069"/>
                </a:lnTo>
                <a:lnTo>
                  <a:pt x="105988" y="679449"/>
                </a:lnTo>
                <a:lnTo>
                  <a:pt x="99373" y="673099"/>
                </a:lnTo>
                <a:lnTo>
                  <a:pt x="92971" y="664209"/>
                </a:lnTo>
                <a:lnTo>
                  <a:pt x="86760" y="656589"/>
                </a:lnTo>
                <a:lnTo>
                  <a:pt x="80715" y="648969"/>
                </a:lnTo>
                <a:lnTo>
                  <a:pt x="74861" y="641349"/>
                </a:lnTo>
                <a:lnTo>
                  <a:pt x="69222" y="632459"/>
                </a:lnTo>
                <a:lnTo>
                  <a:pt x="63793" y="624839"/>
                </a:lnTo>
                <a:lnTo>
                  <a:pt x="44022" y="589279"/>
                </a:lnTo>
                <a:lnTo>
                  <a:pt x="27739" y="552449"/>
                </a:lnTo>
                <a:lnTo>
                  <a:pt x="24248" y="543559"/>
                </a:lnTo>
                <a:lnTo>
                  <a:pt x="21020" y="534669"/>
                </a:lnTo>
                <a:lnTo>
                  <a:pt x="18041" y="524509"/>
                </a:lnTo>
                <a:lnTo>
                  <a:pt x="15283" y="515619"/>
                </a:lnTo>
                <a:lnTo>
                  <a:pt x="6583" y="476249"/>
                </a:lnTo>
                <a:lnTo>
                  <a:pt x="1595" y="436879"/>
                </a:lnTo>
                <a:lnTo>
                  <a:pt x="0" y="396239"/>
                </a:lnTo>
                <a:lnTo>
                  <a:pt x="357" y="386079"/>
                </a:lnTo>
                <a:lnTo>
                  <a:pt x="4230" y="346709"/>
                </a:lnTo>
                <a:lnTo>
                  <a:pt x="11977" y="307339"/>
                </a:lnTo>
                <a:lnTo>
                  <a:pt x="14521" y="298449"/>
                </a:lnTo>
                <a:lnTo>
                  <a:pt x="17279" y="288289"/>
                </a:lnTo>
                <a:lnTo>
                  <a:pt x="20276" y="279399"/>
                </a:lnTo>
                <a:lnTo>
                  <a:pt x="23534" y="269239"/>
                </a:lnTo>
                <a:lnTo>
                  <a:pt x="27031" y="260349"/>
                </a:lnTo>
                <a:lnTo>
                  <a:pt x="30741" y="251459"/>
                </a:lnTo>
                <a:lnTo>
                  <a:pt x="34670" y="241299"/>
                </a:lnTo>
                <a:lnTo>
                  <a:pt x="38837" y="232409"/>
                </a:lnTo>
                <a:lnTo>
                  <a:pt x="43242" y="223519"/>
                </a:lnTo>
                <a:lnTo>
                  <a:pt x="47886" y="214629"/>
                </a:lnTo>
                <a:lnTo>
                  <a:pt x="52726" y="205739"/>
                </a:lnTo>
                <a:lnTo>
                  <a:pt x="57744" y="198119"/>
                </a:lnTo>
                <a:lnTo>
                  <a:pt x="62977" y="189229"/>
                </a:lnTo>
                <a:lnTo>
                  <a:pt x="68460" y="180339"/>
                </a:lnTo>
                <a:lnTo>
                  <a:pt x="74153" y="172719"/>
                </a:lnTo>
                <a:lnTo>
                  <a:pt x="80001" y="163829"/>
                </a:lnTo>
                <a:lnTo>
                  <a:pt x="105226" y="133349"/>
                </a:lnTo>
                <a:lnTo>
                  <a:pt x="119005" y="119379"/>
                </a:lnTo>
                <a:lnTo>
                  <a:pt x="126147" y="111759"/>
                </a:lnTo>
                <a:lnTo>
                  <a:pt x="133468" y="105409"/>
                </a:lnTo>
                <a:lnTo>
                  <a:pt x="140955" y="99059"/>
                </a:lnTo>
                <a:lnTo>
                  <a:pt x="148597" y="91439"/>
                </a:lnTo>
                <a:lnTo>
                  <a:pt x="156386" y="86359"/>
                </a:lnTo>
                <a:lnTo>
                  <a:pt x="164329" y="80009"/>
                </a:lnTo>
                <a:lnTo>
                  <a:pt x="172439" y="73659"/>
                </a:lnTo>
                <a:lnTo>
                  <a:pt x="189139" y="63499"/>
                </a:lnTo>
                <a:lnTo>
                  <a:pt x="197634" y="57149"/>
                </a:lnTo>
                <a:lnTo>
                  <a:pt x="206249" y="52069"/>
                </a:lnTo>
                <a:lnTo>
                  <a:pt x="215017" y="48259"/>
                </a:lnTo>
                <a:lnTo>
                  <a:pt x="223904" y="43179"/>
                </a:lnTo>
                <a:lnTo>
                  <a:pt x="232861" y="39369"/>
                </a:lnTo>
                <a:lnTo>
                  <a:pt x="241914" y="34289"/>
                </a:lnTo>
                <a:lnTo>
                  <a:pt x="269738" y="22859"/>
                </a:lnTo>
                <a:lnTo>
                  <a:pt x="279178" y="20319"/>
                </a:lnTo>
                <a:lnTo>
                  <a:pt x="288677" y="16509"/>
                </a:lnTo>
                <a:lnTo>
                  <a:pt x="307902" y="11429"/>
                </a:lnTo>
                <a:lnTo>
                  <a:pt x="317627" y="10159"/>
                </a:lnTo>
                <a:lnTo>
                  <a:pt x="337245" y="5079"/>
                </a:lnTo>
                <a:lnTo>
                  <a:pt x="366909" y="1269"/>
                </a:lnTo>
                <a:lnTo>
                  <a:pt x="376896" y="1269"/>
                </a:lnTo>
                <a:lnTo>
                  <a:pt x="386991" y="0"/>
                </a:lnTo>
                <a:lnTo>
                  <a:pt x="437118" y="0"/>
                </a:lnTo>
                <a:lnTo>
                  <a:pt x="476710" y="5079"/>
                </a:lnTo>
                <a:lnTo>
                  <a:pt x="486542" y="7619"/>
                </a:lnTo>
                <a:lnTo>
                  <a:pt x="496328" y="8889"/>
                </a:lnTo>
                <a:lnTo>
                  <a:pt x="525277" y="16509"/>
                </a:lnTo>
                <a:lnTo>
                  <a:pt x="534777" y="20319"/>
                </a:lnTo>
                <a:lnTo>
                  <a:pt x="544216" y="22859"/>
                </a:lnTo>
                <a:lnTo>
                  <a:pt x="581141" y="38099"/>
                </a:lnTo>
                <a:lnTo>
                  <a:pt x="590105" y="43179"/>
                </a:lnTo>
                <a:lnTo>
                  <a:pt x="598937" y="46989"/>
                </a:lnTo>
                <a:lnTo>
                  <a:pt x="624851" y="62229"/>
                </a:lnTo>
                <a:lnTo>
                  <a:pt x="633227" y="67309"/>
                </a:lnTo>
                <a:lnTo>
                  <a:pt x="649578" y="80009"/>
                </a:lnTo>
                <a:lnTo>
                  <a:pt x="657551" y="85089"/>
                </a:lnTo>
                <a:lnTo>
                  <a:pt x="665358" y="91439"/>
                </a:lnTo>
                <a:lnTo>
                  <a:pt x="673000" y="97789"/>
                </a:lnTo>
                <a:lnTo>
                  <a:pt x="680487" y="104139"/>
                </a:lnTo>
                <a:lnTo>
                  <a:pt x="687807" y="111759"/>
                </a:lnTo>
                <a:lnTo>
                  <a:pt x="694949" y="118109"/>
                </a:lnTo>
                <a:lnTo>
                  <a:pt x="721746" y="148589"/>
                </a:lnTo>
                <a:lnTo>
                  <a:pt x="745494" y="180339"/>
                </a:lnTo>
                <a:lnTo>
                  <a:pt x="750924" y="189229"/>
                </a:lnTo>
                <a:lnTo>
                  <a:pt x="756163" y="196849"/>
                </a:lnTo>
                <a:lnTo>
                  <a:pt x="775070" y="232409"/>
                </a:lnTo>
                <a:lnTo>
                  <a:pt x="786978" y="260349"/>
                </a:lnTo>
                <a:lnTo>
                  <a:pt x="790469" y="269239"/>
                </a:lnTo>
                <a:lnTo>
                  <a:pt x="793697" y="278129"/>
                </a:lnTo>
                <a:lnTo>
                  <a:pt x="796676" y="288289"/>
                </a:lnTo>
                <a:lnTo>
                  <a:pt x="799434" y="297179"/>
                </a:lnTo>
                <a:lnTo>
                  <a:pt x="808133" y="336549"/>
                </a:lnTo>
                <a:lnTo>
                  <a:pt x="813077" y="377189"/>
                </a:lnTo>
                <a:lnTo>
                  <a:pt x="814074" y="406399"/>
                </a:lnTo>
                <a:lnTo>
                  <a:pt x="814455" y="406399"/>
                </a:lnTo>
                <a:lnTo>
                  <a:pt x="812550" y="447039"/>
                </a:lnTo>
                <a:lnTo>
                  <a:pt x="806708" y="486409"/>
                </a:lnTo>
                <a:lnTo>
                  <a:pt x="797057" y="524509"/>
                </a:lnTo>
                <a:lnTo>
                  <a:pt x="794060" y="534669"/>
                </a:lnTo>
                <a:lnTo>
                  <a:pt x="790802" y="543559"/>
                </a:lnTo>
                <a:lnTo>
                  <a:pt x="787305" y="552449"/>
                </a:lnTo>
                <a:lnTo>
                  <a:pt x="783594" y="562609"/>
                </a:lnTo>
                <a:lnTo>
                  <a:pt x="766449" y="598169"/>
                </a:lnTo>
                <a:lnTo>
                  <a:pt x="745875" y="632459"/>
                </a:lnTo>
                <a:lnTo>
                  <a:pt x="740182" y="641349"/>
                </a:lnTo>
                <a:lnTo>
                  <a:pt x="734335" y="648969"/>
                </a:lnTo>
                <a:lnTo>
                  <a:pt x="728320" y="656589"/>
                </a:lnTo>
                <a:lnTo>
                  <a:pt x="722127" y="664209"/>
                </a:lnTo>
                <a:lnTo>
                  <a:pt x="715725" y="673099"/>
                </a:lnTo>
                <a:lnTo>
                  <a:pt x="709109" y="679449"/>
                </a:lnTo>
                <a:lnTo>
                  <a:pt x="702303" y="687069"/>
                </a:lnTo>
                <a:lnTo>
                  <a:pt x="695330" y="694689"/>
                </a:lnTo>
                <a:lnTo>
                  <a:pt x="688188" y="701039"/>
                </a:lnTo>
                <a:lnTo>
                  <a:pt x="680868" y="708659"/>
                </a:lnTo>
                <a:lnTo>
                  <a:pt x="673381" y="715009"/>
                </a:lnTo>
                <a:lnTo>
                  <a:pt x="665739" y="721359"/>
                </a:lnTo>
                <a:lnTo>
                  <a:pt x="657950" y="727709"/>
                </a:lnTo>
                <a:lnTo>
                  <a:pt x="650007" y="734059"/>
                </a:lnTo>
                <a:lnTo>
                  <a:pt x="641897" y="739139"/>
                </a:lnTo>
                <a:lnTo>
                  <a:pt x="633608" y="745489"/>
                </a:lnTo>
                <a:lnTo>
                  <a:pt x="625197" y="750569"/>
                </a:lnTo>
                <a:lnTo>
                  <a:pt x="608087" y="760729"/>
                </a:lnTo>
                <a:lnTo>
                  <a:pt x="599318" y="765809"/>
                </a:lnTo>
                <a:lnTo>
                  <a:pt x="590432" y="769619"/>
                </a:lnTo>
                <a:lnTo>
                  <a:pt x="581475" y="774699"/>
                </a:lnTo>
                <a:lnTo>
                  <a:pt x="572422" y="778509"/>
                </a:lnTo>
                <a:lnTo>
                  <a:pt x="535158" y="793749"/>
                </a:lnTo>
                <a:lnTo>
                  <a:pt x="496709" y="803909"/>
                </a:lnTo>
                <a:lnTo>
                  <a:pt x="486923" y="805179"/>
                </a:lnTo>
                <a:lnTo>
                  <a:pt x="477091" y="807719"/>
                </a:lnTo>
                <a:lnTo>
                  <a:pt x="437499" y="812799"/>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9"/>
          <p:cNvSpPr/>
          <p:nvPr/>
        </p:nvSpPr>
        <p:spPr>
          <a:xfrm>
            <a:off x="15348231" y="8892051"/>
            <a:ext cx="1490133" cy="838200"/>
          </a:xfrm>
          <a:custGeom>
            <a:rect b="b" l="l" r="r" t="t"/>
            <a:pathLst>
              <a:path extrusionOk="0" h="838200" w="838200">
                <a:moveTo>
                  <a:pt x="458976" y="838196"/>
                </a:moveTo>
                <a:lnTo>
                  <a:pt x="381125" y="838196"/>
                </a:lnTo>
                <a:lnTo>
                  <a:pt x="332728" y="830862"/>
                </a:lnTo>
                <a:lnTo>
                  <a:pt x="286292" y="818166"/>
                </a:lnTo>
                <a:lnTo>
                  <a:pt x="242148" y="800442"/>
                </a:lnTo>
                <a:lnTo>
                  <a:pt x="200630" y="778024"/>
                </a:lnTo>
                <a:lnTo>
                  <a:pt x="162070" y="751244"/>
                </a:lnTo>
                <a:lnTo>
                  <a:pt x="126801" y="720435"/>
                </a:lnTo>
                <a:lnTo>
                  <a:pt x="95156" y="685932"/>
                </a:lnTo>
                <a:lnTo>
                  <a:pt x="67466" y="648068"/>
                </a:lnTo>
                <a:lnTo>
                  <a:pt x="44065" y="607175"/>
                </a:lnTo>
                <a:lnTo>
                  <a:pt x="25285" y="563587"/>
                </a:lnTo>
                <a:lnTo>
                  <a:pt x="11459" y="517638"/>
                </a:lnTo>
                <a:lnTo>
                  <a:pt x="2920" y="469660"/>
                </a:lnTo>
                <a:lnTo>
                  <a:pt x="0" y="419987"/>
                </a:lnTo>
                <a:lnTo>
                  <a:pt x="2829" y="371064"/>
                </a:lnTo>
                <a:lnTo>
                  <a:pt x="11108" y="323784"/>
                </a:lnTo>
                <a:lnTo>
                  <a:pt x="24517" y="278464"/>
                </a:lnTo>
                <a:lnTo>
                  <a:pt x="42741" y="235421"/>
                </a:lnTo>
                <a:lnTo>
                  <a:pt x="65462" y="194972"/>
                </a:lnTo>
                <a:lnTo>
                  <a:pt x="92362" y="157435"/>
                </a:lnTo>
                <a:lnTo>
                  <a:pt x="123126" y="123126"/>
                </a:lnTo>
                <a:lnTo>
                  <a:pt x="157435" y="92362"/>
                </a:lnTo>
                <a:lnTo>
                  <a:pt x="194972" y="65462"/>
                </a:lnTo>
                <a:lnTo>
                  <a:pt x="235421" y="42741"/>
                </a:lnTo>
                <a:lnTo>
                  <a:pt x="278464" y="24517"/>
                </a:lnTo>
                <a:lnTo>
                  <a:pt x="323784" y="11108"/>
                </a:lnTo>
                <a:lnTo>
                  <a:pt x="371064" y="2829"/>
                </a:lnTo>
                <a:lnTo>
                  <a:pt x="419987" y="0"/>
                </a:lnTo>
                <a:lnTo>
                  <a:pt x="468120" y="2829"/>
                </a:lnTo>
                <a:lnTo>
                  <a:pt x="469151" y="2829"/>
                </a:lnTo>
                <a:lnTo>
                  <a:pt x="517637" y="11459"/>
                </a:lnTo>
                <a:lnTo>
                  <a:pt x="563587" y="25285"/>
                </a:lnTo>
                <a:lnTo>
                  <a:pt x="421817" y="25285"/>
                </a:lnTo>
                <a:lnTo>
                  <a:pt x="370564" y="28480"/>
                </a:lnTo>
                <a:lnTo>
                  <a:pt x="322953" y="37473"/>
                </a:lnTo>
                <a:lnTo>
                  <a:pt x="277526" y="52006"/>
                </a:lnTo>
                <a:lnTo>
                  <a:pt x="234655" y="71705"/>
                </a:lnTo>
                <a:lnTo>
                  <a:pt x="194714" y="96199"/>
                </a:lnTo>
                <a:lnTo>
                  <a:pt x="158076" y="125113"/>
                </a:lnTo>
                <a:lnTo>
                  <a:pt x="125113" y="158076"/>
                </a:lnTo>
                <a:lnTo>
                  <a:pt x="96198" y="194714"/>
                </a:lnTo>
                <a:lnTo>
                  <a:pt x="71705" y="234655"/>
                </a:lnTo>
                <a:lnTo>
                  <a:pt x="52005" y="277526"/>
                </a:lnTo>
                <a:lnTo>
                  <a:pt x="37473" y="322953"/>
                </a:lnTo>
                <a:lnTo>
                  <a:pt x="28480" y="370565"/>
                </a:lnTo>
                <a:lnTo>
                  <a:pt x="25399" y="419987"/>
                </a:lnTo>
                <a:lnTo>
                  <a:pt x="28480" y="469410"/>
                </a:lnTo>
                <a:lnTo>
                  <a:pt x="37473" y="517021"/>
                </a:lnTo>
                <a:lnTo>
                  <a:pt x="52005" y="562449"/>
                </a:lnTo>
                <a:lnTo>
                  <a:pt x="71705" y="605319"/>
                </a:lnTo>
                <a:lnTo>
                  <a:pt x="96198" y="645260"/>
                </a:lnTo>
                <a:lnTo>
                  <a:pt x="125113" y="681898"/>
                </a:lnTo>
                <a:lnTo>
                  <a:pt x="158076" y="714861"/>
                </a:lnTo>
                <a:lnTo>
                  <a:pt x="194714" y="743775"/>
                </a:lnTo>
                <a:lnTo>
                  <a:pt x="234655" y="768269"/>
                </a:lnTo>
                <a:lnTo>
                  <a:pt x="277526" y="787968"/>
                </a:lnTo>
                <a:lnTo>
                  <a:pt x="322953" y="802501"/>
                </a:lnTo>
                <a:lnTo>
                  <a:pt x="370564" y="811494"/>
                </a:lnTo>
                <a:lnTo>
                  <a:pt x="419987" y="814574"/>
                </a:lnTo>
                <a:lnTo>
                  <a:pt x="562811" y="814574"/>
                </a:lnTo>
                <a:lnTo>
                  <a:pt x="555408" y="817593"/>
                </a:lnTo>
                <a:lnTo>
                  <a:pt x="508209" y="830669"/>
                </a:lnTo>
                <a:lnTo>
                  <a:pt x="458976" y="838196"/>
                </a:lnTo>
                <a:close/>
              </a:path>
              <a:path extrusionOk="0" h="838200" w="838200">
                <a:moveTo>
                  <a:pt x="562811" y="814574"/>
                </a:moveTo>
                <a:lnTo>
                  <a:pt x="419987" y="814574"/>
                </a:lnTo>
                <a:lnTo>
                  <a:pt x="469410" y="811494"/>
                </a:lnTo>
                <a:lnTo>
                  <a:pt x="517021" y="802501"/>
                </a:lnTo>
                <a:lnTo>
                  <a:pt x="562448" y="787968"/>
                </a:lnTo>
                <a:lnTo>
                  <a:pt x="605319" y="768269"/>
                </a:lnTo>
                <a:lnTo>
                  <a:pt x="645260" y="743775"/>
                </a:lnTo>
                <a:lnTo>
                  <a:pt x="681898" y="714861"/>
                </a:lnTo>
                <a:lnTo>
                  <a:pt x="714861" y="681898"/>
                </a:lnTo>
                <a:lnTo>
                  <a:pt x="743775" y="645260"/>
                </a:lnTo>
                <a:lnTo>
                  <a:pt x="768269" y="605319"/>
                </a:lnTo>
                <a:lnTo>
                  <a:pt x="787968" y="562449"/>
                </a:lnTo>
                <a:lnTo>
                  <a:pt x="802501" y="517021"/>
                </a:lnTo>
                <a:lnTo>
                  <a:pt x="811447" y="469660"/>
                </a:lnTo>
                <a:lnTo>
                  <a:pt x="814574" y="419987"/>
                </a:lnTo>
                <a:lnTo>
                  <a:pt x="811525" y="371064"/>
                </a:lnTo>
                <a:lnTo>
                  <a:pt x="802501" y="322953"/>
                </a:lnTo>
                <a:lnTo>
                  <a:pt x="787968" y="277526"/>
                </a:lnTo>
                <a:lnTo>
                  <a:pt x="768269" y="234655"/>
                </a:lnTo>
                <a:lnTo>
                  <a:pt x="743775" y="194714"/>
                </a:lnTo>
                <a:lnTo>
                  <a:pt x="714861" y="158076"/>
                </a:lnTo>
                <a:lnTo>
                  <a:pt x="681898" y="125113"/>
                </a:lnTo>
                <a:lnTo>
                  <a:pt x="645260" y="96199"/>
                </a:lnTo>
                <a:lnTo>
                  <a:pt x="605319" y="71705"/>
                </a:lnTo>
                <a:lnTo>
                  <a:pt x="562448" y="52006"/>
                </a:lnTo>
                <a:lnTo>
                  <a:pt x="517021" y="37473"/>
                </a:lnTo>
                <a:lnTo>
                  <a:pt x="469410" y="28480"/>
                </a:lnTo>
                <a:lnTo>
                  <a:pt x="418157" y="25285"/>
                </a:lnTo>
                <a:lnTo>
                  <a:pt x="563587" y="25285"/>
                </a:lnTo>
                <a:lnTo>
                  <a:pt x="607175" y="44065"/>
                </a:lnTo>
                <a:lnTo>
                  <a:pt x="648068" y="67466"/>
                </a:lnTo>
                <a:lnTo>
                  <a:pt x="685932" y="95156"/>
                </a:lnTo>
                <a:lnTo>
                  <a:pt x="720435" y="126802"/>
                </a:lnTo>
                <a:lnTo>
                  <a:pt x="751243" y="162071"/>
                </a:lnTo>
                <a:lnTo>
                  <a:pt x="778024" y="200630"/>
                </a:lnTo>
                <a:lnTo>
                  <a:pt x="800442" y="242148"/>
                </a:lnTo>
                <a:lnTo>
                  <a:pt x="818166" y="286292"/>
                </a:lnTo>
                <a:lnTo>
                  <a:pt x="830862" y="332729"/>
                </a:lnTo>
                <a:lnTo>
                  <a:pt x="838196" y="381125"/>
                </a:lnTo>
                <a:lnTo>
                  <a:pt x="838196" y="458849"/>
                </a:lnTo>
                <a:lnTo>
                  <a:pt x="830669" y="508112"/>
                </a:lnTo>
                <a:lnTo>
                  <a:pt x="817594" y="555335"/>
                </a:lnTo>
                <a:lnTo>
                  <a:pt x="799321" y="600168"/>
                </a:lnTo>
                <a:lnTo>
                  <a:pt x="776202" y="642260"/>
                </a:lnTo>
                <a:lnTo>
                  <a:pt x="748589" y="681260"/>
                </a:lnTo>
                <a:lnTo>
                  <a:pt x="716832" y="716817"/>
                </a:lnTo>
                <a:lnTo>
                  <a:pt x="681285" y="748580"/>
                </a:lnTo>
                <a:lnTo>
                  <a:pt x="642297" y="776197"/>
                </a:lnTo>
                <a:lnTo>
                  <a:pt x="600221" y="799319"/>
                </a:lnTo>
                <a:lnTo>
                  <a:pt x="562811" y="814574"/>
                </a:lnTo>
                <a:close/>
              </a:path>
            </a:pathLst>
          </a:custGeom>
          <a:solidFill>
            <a:srgbClr val="9DCC5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9"/>
          <p:cNvSpPr/>
          <p:nvPr/>
        </p:nvSpPr>
        <p:spPr>
          <a:xfrm>
            <a:off x="15969572" y="9153165"/>
            <a:ext cx="342052" cy="318135"/>
          </a:xfrm>
          <a:custGeom>
            <a:rect b="b" l="l" r="r" t="t"/>
            <a:pathLst>
              <a:path extrusionOk="0" h="318134" w="192404">
                <a:moveTo>
                  <a:pt x="36703" y="317752"/>
                </a:moveTo>
                <a:lnTo>
                  <a:pt x="0" y="282446"/>
                </a:lnTo>
                <a:lnTo>
                  <a:pt x="120649" y="157224"/>
                </a:lnTo>
                <a:lnTo>
                  <a:pt x="254" y="35940"/>
                </a:lnTo>
                <a:lnTo>
                  <a:pt x="36448" y="0"/>
                </a:lnTo>
                <a:lnTo>
                  <a:pt x="191896" y="156590"/>
                </a:lnTo>
                <a:lnTo>
                  <a:pt x="36703" y="317752"/>
                </a:lnTo>
                <a:close/>
              </a:path>
            </a:pathLst>
          </a:custGeom>
          <a:solidFill>
            <a:srgbClr val="2E2E2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9"/>
          <p:cNvSpPr txBox="1"/>
          <p:nvPr>
            <p:ph type="ctrTitle"/>
          </p:nvPr>
        </p:nvSpPr>
        <p:spPr>
          <a:xfrm>
            <a:off x="1806222" y="1162107"/>
            <a:ext cx="11433387" cy="56938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100"/>
              <a:buNone/>
              <a:defRPr b="0" i="0" sz="3700">
                <a:solidFill>
                  <a:schemeClr val="dk1"/>
                </a:solidFill>
                <a:latin typeface="Verdana"/>
                <a:ea typeface="Verdana"/>
                <a:cs typeface="Verdana"/>
                <a:sym typeface="Verdana"/>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73" name="Google Shape;73;p9"/>
          <p:cNvSpPr txBox="1"/>
          <p:nvPr>
            <p:ph idx="1" type="subTitle"/>
          </p:nvPr>
        </p:nvSpPr>
        <p:spPr>
          <a:xfrm>
            <a:off x="2743200" y="5760720"/>
            <a:ext cx="12801600" cy="5232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100"/>
              <a:buNone/>
              <a:defRPr b="0" i="0" sz="3400">
                <a:solidFill>
                  <a:srgbClr val="2F2F2F"/>
                </a:solidFill>
                <a:latin typeface="Verdana"/>
                <a:ea typeface="Verdana"/>
                <a:cs typeface="Verdana"/>
                <a:sym typeface="Verdana"/>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74" name="Google Shape;74;p9"/>
          <p:cNvSpPr txBox="1"/>
          <p:nvPr>
            <p:ph idx="11" type="ftr"/>
          </p:nvPr>
        </p:nvSpPr>
        <p:spPr>
          <a:xfrm>
            <a:off x="6217920" y="9566913"/>
            <a:ext cx="5852160" cy="41549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2100"/>
              <a:buNone/>
              <a:defRPr>
                <a:solidFill>
                  <a:srgbClr val="888888"/>
                </a:solidFill>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75" name="Google Shape;75;p9"/>
          <p:cNvSpPr txBox="1"/>
          <p:nvPr>
            <p:ph idx="10" type="dt"/>
          </p:nvPr>
        </p:nvSpPr>
        <p:spPr>
          <a:xfrm>
            <a:off x="914400" y="9566913"/>
            <a:ext cx="4206240" cy="4154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100"/>
              <a:buNone/>
              <a:defRPr>
                <a:solidFill>
                  <a:srgbClr val="888888"/>
                </a:solidFill>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76" name="Google Shape;76;p9"/>
          <p:cNvSpPr txBox="1"/>
          <p:nvPr>
            <p:ph idx="12" type="sldNum"/>
          </p:nvPr>
        </p:nvSpPr>
        <p:spPr>
          <a:xfrm>
            <a:off x="13167360" y="9566913"/>
            <a:ext cx="4206240" cy="415499"/>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2700">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77" name="Shape 77"/>
        <p:cNvGrpSpPr/>
        <p:nvPr/>
      </p:nvGrpSpPr>
      <p:grpSpPr>
        <a:xfrm>
          <a:off x="0" y="0"/>
          <a:ext cx="0" cy="0"/>
          <a:chOff x="0" y="0"/>
          <a:chExt cx="0" cy="0"/>
        </a:xfrm>
      </p:grpSpPr>
      <p:sp>
        <p:nvSpPr>
          <p:cNvPr id="78" name="Google Shape;78;p10"/>
          <p:cNvSpPr txBox="1"/>
          <p:nvPr>
            <p:ph type="title"/>
          </p:nvPr>
        </p:nvSpPr>
        <p:spPr>
          <a:xfrm>
            <a:off x="4404201" y="2714048"/>
            <a:ext cx="9408160" cy="56938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100"/>
              <a:buNone/>
              <a:defRPr b="0" i="0" sz="3700">
                <a:solidFill>
                  <a:schemeClr val="dk1"/>
                </a:solidFill>
                <a:latin typeface="Verdana"/>
                <a:ea typeface="Verdana"/>
                <a:cs typeface="Verdana"/>
                <a:sym typeface="Verdana"/>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79" name="Google Shape;79;p10"/>
          <p:cNvSpPr txBox="1"/>
          <p:nvPr>
            <p:ph idx="1" type="body"/>
          </p:nvPr>
        </p:nvSpPr>
        <p:spPr>
          <a:xfrm>
            <a:off x="914403" y="2366010"/>
            <a:ext cx="7955280" cy="78483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2100"/>
              <a:buNone/>
              <a:defRPr/>
            </a:lvl1pPr>
            <a:lvl2pPr indent="-228600" lvl="1" marL="914400" algn="l">
              <a:spcBef>
                <a:spcPts val="0"/>
              </a:spcBef>
              <a:spcAft>
                <a:spcPts val="0"/>
              </a:spcAft>
              <a:buSzPts val="2100"/>
              <a:buNone/>
              <a:defRPr/>
            </a:lvl2pPr>
            <a:lvl3pPr indent="-228600" lvl="2" marL="1371600" algn="l">
              <a:spcBef>
                <a:spcPts val="0"/>
              </a:spcBef>
              <a:spcAft>
                <a:spcPts val="0"/>
              </a:spcAft>
              <a:buSzPts val="2100"/>
              <a:buNone/>
              <a:defRPr/>
            </a:lvl3pPr>
            <a:lvl4pPr indent="-228600" lvl="3" marL="1828800" algn="l">
              <a:spcBef>
                <a:spcPts val="0"/>
              </a:spcBef>
              <a:spcAft>
                <a:spcPts val="0"/>
              </a:spcAft>
              <a:buSzPts val="2100"/>
              <a:buNone/>
              <a:defRPr/>
            </a:lvl4pPr>
            <a:lvl5pPr indent="-228600" lvl="4" marL="2286000" algn="l">
              <a:spcBef>
                <a:spcPts val="0"/>
              </a:spcBef>
              <a:spcAft>
                <a:spcPts val="0"/>
              </a:spcAft>
              <a:buSzPts val="2100"/>
              <a:buNone/>
              <a:defRPr/>
            </a:lvl5pPr>
            <a:lvl6pPr indent="-228600" lvl="5" marL="2743200" algn="l">
              <a:spcBef>
                <a:spcPts val="0"/>
              </a:spcBef>
              <a:spcAft>
                <a:spcPts val="0"/>
              </a:spcAft>
              <a:buSzPts val="2100"/>
              <a:buNone/>
              <a:defRPr/>
            </a:lvl6pPr>
            <a:lvl7pPr indent="-228600" lvl="6" marL="3200400" algn="l">
              <a:spcBef>
                <a:spcPts val="0"/>
              </a:spcBef>
              <a:spcAft>
                <a:spcPts val="0"/>
              </a:spcAft>
              <a:buSzPts val="2100"/>
              <a:buNone/>
              <a:defRPr/>
            </a:lvl7pPr>
            <a:lvl8pPr indent="-228600" lvl="7" marL="3657600" algn="l">
              <a:spcBef>
                <a:spcPts val="0"/>
              </a:spcBef>
              <a:spcAft>
                <a:spcPts val="0"/>
              </a:spcAft>
              <a:buSzPts val="2100"/>
              <a:buNone/>
              <a:defRPr/>
            </a:lvl8pPr>
            <a:lvl9pPr indent="-228600" lvl="8" marL="4114800" algn="l">
              <a:spcBef>
                <a:spcPts val="0"/>
              </a:spcBef>
              <a:spcAft>
                <a:spcPts val="0"/>
              </a:spcAft>
              <a:buSzPts val="2100"/>
              <a:buNone/>
              <a:defRPr/>
            </a:lvl9pPr>
          </a:lstStyle>
          <a:p/>
        </p:txBody>
      </p:sp>
      <p:sp>
        <p:nvSpPr>
          <p:cNvPr id="80" name="Google Shape;80;p10"/>
          <p:cNvSpPr txBox="1"/>
          <p:nvPr>
            <p:ph idx="2" type="body"/>
          </p:nvPr>
        </p:nvSpPr>
        <p:spPr>
          <a:xfrm>
            <a:off x="9418323" y="2366010"/>
            <a:ext cx="7955280" cy="78483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2100"/>
              <a:buNone/>
              <a:defRPr/>
            </a:lvl1pPr>
            <a:lvl2pPr indent="-228600" lvl="1" marL="914400" algn="l">
              <a:spcBef>
                <a:spcPts val="0"/>
              </a:spcBef>
              <a:spcAft>
                <a:spcPts val="0"/>
              </a:spcAft>
              <a:buSzPts val="2100"/>
              <a:buNone/>
              <a:defRPr/>
            </a:lvl2pPr>
            <a:lvl3pPr indent="-228600" lvl="2" marL="1371600" algn="l">
              <a:spcBef>
                <a:spcPts val="0"/>
              </a:spcBef>
              <a:spcAft>
                <a:spcPts val="0"/>
              </a:spcAft>
              <a:buSzPts val="2100"/>
              <a:buNone/>
              <a:defRPr/>
            </a:lvl3pPr>
            <a:lvl4pPr indent="-228600" lvl="3" marL="1828800" algn="l">
              <a:spcBef>
                <a:spcPts val="0"/>
              </a:spcBef>
              <a:spcAft>
                <a:spcPts val="0"/>
              </a:spcAft>
              <a:buSzPts val="2100"/>
              <a:buNone/>
              <a:defRPr/>
            </a:lvl4pPr>
            <a:lvl5pPr indent="-228600" lvl="4" marL="2286000" algn="l">
              <a:spcBef>
                <a:spcPts val="0"/>
              </a:spcBef>
              <a:spcAft>
                <a:spcPts val="0"/>
              </a:spcAft>
              <a:buSzPts val="2100"/>
              <a:buNone/>
              <a:defRPr/>
            </a:lvl5pPr>
            <a:lvl6pPr indent="-228600" lvl="5" marL="2743200" algn="l">
              <a:spcBef>
                <a:spcPts val="0"/>
              </a:spcBef>
              <a:spcAft>
                <a:spcPts val="0"/>
              </a:spcAft>
              <a:buSzPts val="2100"/>
              <a:buNone/>
              <a:defRPr/>
            </a:lvl6pPr>
            <a:lvl7pPr indent="-228600" lvl="6" marL="3200400" algn="l">
              <a:spcBef>
                <a:spcPts val="0"/>
              </a:spcBef>
              <a:spcAft>
                <a:spcPts val="0"/>
              </a:spcAft>
              <a:buSzPts val="2100"/>
              <a:buNone/>
              <a:defRPr/>
            </a:lvl7pPr>
            <a:lvl8pPr indent="-228600" lvl="7" marL="3657600" algn="l">
              <a:spcBef>
                <a:spcPts val="0"/>
              </a:spcBef>
              <a:spcAft>
                <a:spcPts val="0"/>
              </a:spcAft>
              <a:buSzPts val="2100"/>
              <a:buNone/>
              <a:defRPr/>
            </a:lvl8pPr>
            <a:lvl9pPr indent="-228600" lvl="8" marL="4114800" algn="l">
              <a:spcBef>
                <a:spcPts val="0"/>
              </a:spcBef>
              <a:spcAft>
                <a:spcPts val="0"/>
              </a:spcAft>
              <a:buSzPts val="2100"/>
              <a:buNone/>
              <a:defRPr/>
            </a:lvl9pPr>
          </a:lstStyle>
          <a:p/>
        </p:txBody>
      </p:sp>
      <p:sp>
        <p:nvSpPr>
          <p:cNvPr id="81" name="Google Shape;81;p10"/>
          <p:cNvSpPr txBox="1"/>
          <p:nvPr>
            <p:ph idx="11" type="ftr"/>
          </p:nvPr>
        </p:nvSpPr>
        <p:spPr>
          <a:xfrm>
            <a:off x="6217920" y="9566913"/>
            <a:ext cx="5852160" cy="41549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2100"/>
              <a:buNone/>
              <a:defRPr>
                <a:solidFill>
                  <a:srgbClr val="888888"/>
                </a:solidFill>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82" name="Google Shape;82;p10"/>
          <p:cNvSpPr txBox="1"/>
          <p:nvPr>
            <p:ph idx="10" type="dt"/>
          </p:nvPr>
        </p:nvSpPr>
        <p:spPr>
          <a:xfrm>
            <a:off x="914400" y="9566913"/>
            <a:ext cx="4206240" cy="4154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100"/>
              <a:buNone/>
              <a:defRPr>
                <a:solidFill>
                  <a:srgbClr val="888888"/>
                </a:solidFill>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83" name="Google Shape;83;p10"/>
          <p:cNvSpPr txBox="1"/>
          <p:nvPr>
            <p:ph idx="12" type="sldNum"/>
          </p:nvPr>
        </p:nvSpPr>
        <p:spPr>
          <a:xfrm>
            <a:off x="13167360" y="9566913"/>
            <a:ext cx="4206240" cy="415499"/>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2700">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4" name="Shape 84"/>
        <p:cNvGrpSpPr/>
        <p:nvPr/>
      </p:nvGrpSpPr>
      <p:grpSpPr>
        <a:xfrm>
          <a:off x="0" y="0"/>
          <a:ext cx="0" cy="0"/>
          <a:chOff x="0" y="0"/>
          <a:chExt cx="0" cy="0"/>
        </a:xfrm>
      </p:grpSpPr>
      <p:sp>
        <p:nvSpPr>
          <p:cNvPr id="85" name="Google Shape;85;p11"/>
          <p:cNvSpPr txBox="1"/>
          <p:nvPr>
            <p:ph type="title"/>
          </p:nvPr>
        </p:nvSpPr>
        <p:spPr>
          <a:xfrm>
            <a:off x="4404201" y="2714048"/>
            <a:ext cx="9408160" cy="56938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100"/>
              <a:buNone/>
              <a:defRPr b="0" i="0" sz="3700">
                <a:solidFill>
                  <a:schemeClr val="dk1"/>
                </a:solidFill>
                <a:latin typeface="Verdana"/>
                <a:ea typeface="Verdana"/>
                <a:cs typeface="Verdana"/>
                <a:sym typeface="Verdana"/>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86" name="Google Shape;86;p11"/>
          <p:cNvSpPr txBox="1"/>
          <p:nvPr>
            <p:ph idx="11" type="ftr"/>
          </p:nvPr>
        </p:nvSpPr>
        <p:spPr>
          <a:xfrm>
            <a:off x="6217920" y="9566913"/>
            <a:ext cx="5852160" cy="41549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2100"/>
              <a:buNone/>
              <a:defRPr>
                <a:solidFill>
                  <a:srgbClr val="888888"/>
                </a:solidFill>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87" name="Google Shape;87;p11"/>
          <p:cNvSpPr txBox="1"/>
          <p:nvPr>
            <p:ph idx="10" type="dt"/>
          </p:nvPr>
        </p:nvSpPr>
        <p:spPr>
          <a:xfrm>
            <a:off x="914400" y="9566913"/>
            <a:ext cx="4206240" cy="4154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100"/>
              <a:buNone/>
              <a:defRPr>
                <a:solidFill>
                  <a:srgbClr val="888888"/>
                </a:solidFill>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88" name="Google Shape;88;p11"/>
          <p:cNvSpPr txBox="1"/>
          <p:nvPr>
            <p:ph idx="12" type="sldNum"/>
          </p:nvPr>
        </p:nvSpPr>
        <p:spPr>
          <a:xfrm>
            <a:off x="13167360" y="9566913"/>
            <a:ext cx="4206240" cy="415499"/>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2700">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9" name="Shape 89"/>
        <p:cNvGrpSpPr/>
        <p:nvPr/>
      </p:nvGrpSpPr>
      <p:grpSpPr>
        <a:xfrm>
          <a:off x="0" y="0"/>
          <a:ext cx="0" cy="0"/>
          <a:chOff x="0" y="0"/>
          <a:chExt cx="0" cy="0"/>
        </a:xfrm>
      </p:grpSpPr>
      <p:sp>
        <p:nvSpPr>
          <p:cNvPr id="90" name="Google Shape;90;p12"/>
          <p:cNvSpPr txBox="1"/>
          <p:nvPr>
            <p:ph idx="11" type="ftr"/>
          </p:nvPr>
        </p:nvSpPr>
        <p:spPr>
          <a:xfrm>
            <a:off x="6217920" y="9566913"/>
            <a:ext cx="5852160" cy="41549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2100"/>
              <a:buNone/>
              <a:defRPr>
                <a:solidFill>
                  <a:srgbClr val="888888"/>
                </a:solidFill>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91" name="Google Shape;91;p12"/>
          <p:cNvSpPr txBox="1"/>
          <p:nvPr>
            <p:ph idx="10" type="dt"/>
          </p:nvPr>
        </p:nvSpPr>
        <p:spPr>
          <a:xfrm>
            <a:off x="914400" y="9566913"/>
            <a:ext cx="4206240" cy="4154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100"/>
              <a:buNone/>
              <a:defRPr>
                <a:solidFill>
                  <a:srgbClr val="888888"/>
                </a:solidFill>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92" name="Google Shape;92;p12"/>
          <p:cNvSpPr txBox="1"/>
          <p:nvPr>
            <p:ph idx="12" type="sldNum"/>
          </p:nvPr>
        </p:nvSpPr>
        <p:spPr>
          <a:xfrm>
            <a:off x="13167360" y="9566913"/>
            <a:ext cx="4206240" cy="415499"/>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27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56085" y="6438"/>
            <a:ext cx="18232684" cy="10280650"/>
          </a:xfrm>
          <a:custGeom>
            <a:rect b="b" l="l" r="r" t="t"/>
            <a:pathLst>
              <a:path extrusionOk="0" h="10280650" w="10255885">
                <a:moveTo>
                  <a:pt x="506895" y="506869"/>
                </a:moveTo>
                <a:lnTo>
                  <a:pt x="0" y="506869"/>
                </a:lnTo>
                <a:lnTo>
                  <a:pt x="0" y="10280561"/>
                </a:lnTo>
                <a:lnTo>
                  <a:pt x="506895" y="10280561"/>
                </a:lnTo>
                <a:lnTo>
                  <a:pt x="506895" y="506869"/>
                </a:lnTo>
                <a:close/>
              </a:path>
              <a:path extrusionOk="0" h="10280650" w="10255885">
                <a:moveTo>
                  <a:pt x="10255440" y="0"/>
                </a:moveTo>
                <a:lnTo>
                  <a:pt x="513524" y="0"/>
                </a:lnTo>
                <a:lnTo>
                  <a:pt x="513524" y="506895"/>
                </a:lnTo>
                <a:lnTo>
                  <a:pt x="10255440" y="506895"/>
                </a:lnTo>
                <a:lnTo>
                  <a:pt x="10255440" y="0"/>
                </a:lnTo>
                <a:close/>
              </a:path>
            </a:pathLst>
          </a:custGeom>
          <a:solidFill>
            <a:srgbClr val="C2DF9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 name="Google Shape;11;p1"/>
          <p:cNvSpPr/>
          <p:nvPr/>
        </p:nvSpPr>
        <p:spPr>
          <a:xfrm>
            <a:off x="7185829" y="8943022"/>
            <a:ext cx="10017760" cy="838200"/>
          </a:xfrm>
          <a:custGeom>
            <a:rect b="b" l="l" r="r" t="t"/>
            <a:pathLst>
              <a:path extrusionOk="0" h="838200" w="5634990">
                <a:moveTo>
                  <a:pt x="4433582" y="372427"/>
                </a:moveTo>
                <a:lnTo>
                  <a:pt x="0" y="372427"/>
                </a:lnTo>
                <a:lnTo>
                  <a:pt x="0" y="426656"/>
                </a:lnTo>
                <a:lnTo>
                  <a:pt x="4433582" y="426656"/>
                </a:lnTo>
                <a:lnTo>
                  <a:pt x="4433582" y="372427"/>
                </a:lnTo>
                <a:close/>
              </a:path>
              <a:path extrusionOk="0" h="838200" w="5634990">
                <a:moveTo>
                  <a:pt x="5634418" y="381127"/>
                </a:moveTo>
                <a:lnTo>
                  <a:pt x="5627078" y="332765"/>
                </a:lnTo>
                <a:lnTo>
                  <a:pt x="5614403" y="286359"/>
                </a:lnTo>
                <a:lnTo>
                  <a:pt x="5610796" y="277380"/>
                </a:lnTo>
                <a:lnTo>
                  <a:pt x="5610796" y="419989"/>
                </a:lnTo>
                <a:lnTo>
                  <a:pt x="5607710" y="469417"/>
                </a:lnTo>
                <a:lnTo>
                  <a:pt x="5607659" y="469671"/>
                </a:lnTo>
                <a:lnTo>
                  <a:pt x="5598719" y="517029"/>
                </a:lnTo>
                <a:lnTo>
                  <a:pt x="5584190" y="562457"/>
                </a:lnTo>
                <a:lnTo>
                  <a:pt x="5564479" y="605332"/>
                </a:lnTo>
                <a:lnTo>
                  <a:pt x="5539994" y="645261"/>
                </a:lnTo>
                <a:lnTo>
                  <a:pt x="5511076" y="681901"/>
                </a:lnTo>
                <a:lnTo>
                  <a:pt x="5478107" y="714870"/>
                </a:lnTo>
                <a:lnTo>
                  <a:pt x="5441480" y="743788"/>
                </a:lnTo>
                <a:lnTo>
                  <a:pt x="5401538" y="768273"/>
                </a:lnTo>
                <a:lnTo>
                  <a:pt x="5358663" y="787971"/>
                </a:lnTo>
                <a:lnTo>
                  <a:pt x="5313235" y="802513"/>
                </a:lnTo>
                <a:lnTo>
                  <a:pt x="5265623" y="811504"/>
                </a:lnTo>
                <a:lnTo>
                  <a:pt x="5216195" y="814578"/>
                </a:lnTo>
                <a:lnTo>
                  <a:pt x="5166779" y="811504"/>
                </a:lnTo>
                <a:lnTo>
                  <a:pt x="5119167" y="802513"/>
                </a:lnTo>
                <a:lnTo>
                  <a:pt x="5073739" y="787971"/>
                </a:lnTo>
                <a:lnTo>
                  <a:pt x="5030863" y="768273"/>
                </a:lnTo>
                <a:lnTo>
                  <a:pt x="4990922" y="743788"/>
                </a:lnTo>
                <a:lnTo>
                  <a:pt x="4954282" y="714870"/>
                </a:lnTo>
                <a:lnTo>
                  <a:pt x="4921326" y="681901"/>
                </a:lnTo>
                <a:lnTo>
                  <a:pt x="4892408" y="645261"/>
                </a:lnTo>
                <a:lnTo>
                  <a:pt x="4867910" y="605332"/>
                </a:lnTo>
                <a:lnTo>
                  <a:pt x="4848212" y="562457"/>
                </a:lnTo>
                <a:lnTo>
                  <a:pt x="4833683" y="517029"/>
                </a:lnTo>
                <a:lnTo>
                  <a:pt x="4824692" y="469417"/>
                </a:lnTo>
                <a:lnTo>
                  <a:pt x="4821606" y="419989"/>
                </a:lnTo>
                <a:lnTo>
                  <a:pt x="4824692" y="370573"/>
                </a:lnTo>
                <a:lnTo>
                  <a:pt x="4833683" y="322961"/>
                </a:lnTo>
                <a:lnTo>
                  <a:pt x="4848212" y="277533"/>
                </a:lnTo>
                <a:lnTo>
                  <a:pt x="4867910" y="234657"/>
                </a:lnTo>
                <a:lnTo>
                  <a:pt x="4892408" y="194716"/>
                </a:lnTo>
                <a:lnTo>
                  <a:pt x="4921326" y="158076"/>
                </a:lnTo>
                <a:lnTo>
                  <a:pt x="4954282" y="125120"/>
                </a:lnTo>
                <a:lnTo>
                  <a:pt x="4990922" y="96202"/>
                </a:lnTo>
                <a:lnTo>
                  <a:pt x="5030863" y="71704"/>
                </a:lnTo>
                <a:lnTo>
                  <a:pt x="5073739" y="52006"/>
                </a:lnTo>
                <a:lnTo>
                  <a:pt x="5119167" y="37477"/>
                </a:lnTo>
                <a:lnTo>
                  <a:pt x="5166779" y="28486"/>
                </a:lnTo>
                <a:lnTo>
                  <a:pt x="5216106" y="25412"/>
                </a:lnTo>
                <a:lnTo>
                  <a:pt x="5216296" y="25412"/>
                </a:lnTo>
                <a:lnTo>
                  <a:pt x="5265623" y="28486"/>
                </a:lnTo>
                <a:lnTo>
                  <a:pt x="5313235" y="37477"/>
                </a:lnTo>
                <a:lnTo>
                  <a:pt x="5358663" y="52006"/>
                </a:lnTo>
                <a:lnTo>
                  <a:pt x="5401538" y="71704"/>
                </a:lnTo>
                <a:lnTo>
                  <a:pt x="5441480" y="96202"/>
                </a:lnTo>
                <a:lnTo>
                  <a:pt x="5478107" y="125120"/>
                </a:lnTo>
                <a:lnTo>
                  <a:pt x="5511076" y="158076"/>
                </a:lnTo>
                <a:lnTo>
                  <a:pt x="5539994" y="194716"/>
                </a:lnTo>
                <a:lnTo>
                  <a:pt x="5564479" y="234657"/>
                </a:lnTo>
                <a:lnTo>
                  <a:pt x="5584190" y="277533"/>
                </a:lnTo>
                <a:lnTo>
                  <a:pt x="5598719" y="322961"/>
                </a:lnTo>
                <a:lnTo>
                  <a:pt x="5607710" y="370573"/>
                </a:lnTo>
                <a:lnTo>
                  <a:pt x="5610796" y="419989"/>
                </a:lnTo>
                <a:lnTo>
                  <a:pt x="5610796" y="277380"/>
                </a:lnTo>
                <a:lnTo>
                  <a:pt x="5574296" y="200736"/>
                </a:lnTo>
                <a:lnTo>
                  <a:pt x="5547550" y="162204"/>
                </a:lnTo>
                <a:lnTo>
                  <a:pt x="5516778" y="126949"/>
                </a:lnTo>
                <a:lnTo>
                  <a:pt x="5482310" y="95300"/>
                </a:lnTo>
                <a:lnTo>
                  <a:pt x="5444477" y="67614"/>
                </a:lnTo>
                <a:lnTo>
                  <a:pt x="5403621" y="44208"/>
                </a:lnTo>
                <a:lnTo>
                  <a:pt x="5360073" y="25412"/>
                </a:lnTo>
                <a:lnTo>
                  <a:pt x="5314162" y="11557"/>
                </a:lnTo>
                <a:lnTo>
                  <a:pt x="5265712" y="2882"/>
                </a:lnTo>
                <a:lnTo>
                  <a:pt x="5264683" y="2882"/>
                </a:lnTo>
                <a:lnTo>
                  <a:pt x="5216576" y="0"/>
                </a:lnTo>
                <a:lnTo>
                  <a:pt x="5215814" y="0"/>
                </a:lnTo>
                <a:lnTo>
                  <a:pt x="5166944" y="2882"/>
                </a:lnTo>
                <a:lnTo>
                  <a:pt x="5119713" y="11201"/>
                </a:lnTo>
                <a:lnTo>
                  <a:pt x="5074437" y="24650"/>
                </a:lnTo>
                <a:lnTo>
                  <a:pt x="5031435" y="42900"/>
                </a:lnTo>
                <a:lnTo>
                  <a:pt x="4991024" y="65646"/>
                </a:lnTo>
                <a:lnTo>
                  <a:pt x="4953520" y="92557"/>
                </a:lnTo>
                <a:lnTo>
                  <a:pt x="4919243" y="123317"/>
                </a:lnTo>
                <a:lnTo>
                  <a:pt x="4888509" y="157619"/>
                </a:lnTo>
                <a:lnTo>
                  <a:pt x="4861623" y="195148"/>
                </a:lnTo>
                <a:lnTo>
                  <a:pt x="4838916" y="235585"/>
                </a:lnTo>
                <a:lnTo>
                  <a:pt x="4820704" y="278599"/>
                </a:lnTo>
                <a:lnTo>
                  <a:pt x="4807305" y="323888"/>
                </a:lnTo>
                <a:lnTo>
                  <a:pt x="4799038" y="371119"/>
                </a:lnTo>
                <a:lnTo>
                  <a:pt x="4796206" y="419989"/>
                </a:lnTo>
                <a:lnTo>
                  <a:pt x="4799127" y="469671"/>
                </a:lnTo>
                <a:lnTo>
                  <a:pt x="4807674" y="517639"/>
                </a:lnTo>
                <a:lnTo>
                  <a:pt x="4821491" y="563587"/>
                </a:lnTo>
                <a:lnTo>
                  <a:pt x="4840275" y="607187"/>
                </a:lnTo>
                <a:lnTo>
                  <a:pt x="4863681" y="648081"/>
                </a:lnTo>
                <a:lnTo>
                  <a:pt x="4891367" y="685939"/>
                </a:lnTo>
                <a:lnTo>
                  <a:pt x="4923015" y="720445"/>
                </a:lnTo>
                <a:lnTo>
                  <a:pt x="4958283" y="751255"/>
                </a:lnTo>
                <a:lnTo>
                  <a:pt x="4996840" y="778027"/>
                </a:lnTo>
                <a:lnTo>
                  <a:pt x="5038356" y="800455"/>
                </a:lnTo>
                <a:lnTo>
                  <a:pt x="5082502" y="818172"/>
                </a:lnTo>
                <a:lnTo>
                  <a:pt x="5128946" y="830872"/>
                </a:lnTo>
                <a:lnTo>
                  <a:pt x="5177333" y="838200"/>
                </a:lnTo>
                <a:lnTo>
                  <a:pt x="5255184" y="838200"/>
                </a:lnTo>
                <a:lnTo>
                  <a:pt x="5304421" y="830681"/>
                </a:lnTo>
                <a:lnTo>
                  <a:pt x="5351627" y="817600"/>
                </a:lnTo>
                <a:lnTo>
                  <a:pt x="5359019" y="814578"/>
                </a:lnTo>
                <a:lnTo>
                  <a:pt x="5396433" y="799325"/>
                </a:lnTo>
                <a:lnTo>
                  <a:pt x="5438508" y="776211"/>
                </a:lnTo>
                <a:lnTo>
                  <a:pt x="5477497" y="748588"/>
                </a:lnTo>
                <a:lnTo>
                  <a:pt x="5513044" y="716826"/>
                </a:lnTo>
                <a:lnTo>
                  <a:pt x="5544807" y="681266"/>
                </a:lnTo>
                <a:lnTo>
                  <a:pt x="5572417" y="642264"/>
                </a:lnTo>
                <a:lnTo>
                  <a:pt x="5595531" y="600176"/>
                </a:lnTo>
                <a:lnTo>
                  <a:pt x="5613806" y="555345"/>
                </a:lnTo>
                <a:lnTo>
                  <a:pt x="5626887" y="508114"/>
                </a:lnTo>
                <a:lnTo>
                  <a:pt x="5634418" y="458851"/>
                </a:lnTo>
                <a:lnTo>
                  <a:pt x="5634418" y="381127"/>
                </a:lnTo>
                <a:close/>
              </a:path>
            </a:pathLst>
          </a:custGeom>
          <a:solidFill>
            <a:srgbClr val="9DCC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 name="Google Shape;12;p1"/>
          <p:cNvSpPr/>
          <p:nvPr/>
        </p:nvSpPr>
        <p:spPr>
          <a:xfrm>
            <a:off x="16333781" y="9204134"/>
            <a:ext cx="342053" cy="318135"/>
          </a:xfrm>
          <a:custGeom>
            <a:rect b="b" l="l" r="r" t="t"/>
            <a:pathLst>
              <a:path extrusionOk="0" h="318134" w="192404">
                <a:moveTo>
                  <a:pt x="36703" y="317755"/>
                </a:moveTo>
                <a:lnTo>
                  <a:pt x="0" y="282449"/>
                </a:lnTo>
                <a:lnTo>
                  <a:pt x="120650" y="157227"/>
                </a:lnTo>
                <a:lnTo>
                  <a:pt x="253" y="35941"/>
                </a:lnTo>
                <a:lnTo>
                  <a:pt x="36448" y="0"/>
                </a:lnTo>
                <a:lnTo>
                  <a:pt x="191897" y="156591"/>
                </a:lnTo>
                <a:lnTo>
                  <a:pt x="36703" y="317755"/>
                </a:lnTo>
                <a:close/>
              </a:path>
            </a:pathLst>
          </a:custGeom>
          <a:solidFill>
            <a:srgbClr val="2E2E2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 name="Google Shape;13;p1"/>
          <p:cNvSpPr txBox="1"/>
          <p:nvPr>
            <p:ph type="title"/>
          </p:nvPr>
        </p:nvSpPr>
        <p:spPr>
          <a:xfrm>
            <a:off x="4404201" y="2714046"/>
            <a:ext cx="9408160" cy="569387"/>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700" u="none" cap="none" strike="noStrik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
          <p:cNvSpPr txBox="1"/>
          <p:nvPr>
            <p:ph idx="1" type="body"/>
          </p:nvPr>
        </p:nvSpPr>
        <p:spPr>
          <a:xfrm>
            <a:off x="3037377" y="4314799"/>
            <a:ext cx="12455031" cy="52322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3400" u="none" cap="none" strike="noStrike">
                <a:solidFill>
                  <a:srgbClr val="2F2F2F"/>
                </a:solidFill>
                <a:latin typeface="Verdana"/>
                <a:ea typeface="Verdana"/>
                <a:cs typeface="Verdana"/>
                <a:sym typeface="Verdan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5" name="Google Shape;15;p1"/>
          <p:cNvSpPr txBox="1"/>
          <p:nvPr>
            <p:ph idx="11" type="ftr"/>
          </p:nvPr>
        </p:nvSpPr>
        <p:spPr>
          <a:xfrm>
            <a:off x="6217920" y="9566912"/>
            <a:ext cx="5852160" cy="27699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1"/>
          <p:cNvSpPr txBox="1"/>
          <p:nvPr>
            <p:ph idx="10" type="dt"/>
          </p:nvPr>
        </p:nvSpPr>
        <p:spPr>
          <a:xfrm>
            <a:off x="914400" y="9566912"/>
            <a:ext cx="420624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1"/>
          <p:cNvSpPr txBox="1"/>
          <p:nvPr>
            <p:ph idx="12" type="sldNum"/>
          </p:nvPr>
        </p:nvSpPr>
        <p:spPr>
          <a:xfrm>
            <a:off x="13167360" y="9566912"/>
            <a:ext cx="4206240" cy="276999"/>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 name="Shape 51"/>
        <p:cNvGrpSpPr/>
        <p:nvPr/>
      </p:nvGrpSpPr>
      <p:grpSpPr>
        <a:xfrm>
          <a:off x="0" y="0"/>
          <a:ext cx="0" cy="0"/>
          <a:chOff x="0" y="0"/>
          <a:chExt cx="0" cy="0"/>
        </a:xfrm>
      </p:grpSpPr>
      <p:sp>
        <p:nvSpPr>
          <p:cNvPr id="52" name="Google Shape;52;p7"/>
          <p:cNvSpPr/>
          <p:nvPr/>
        </p:nvSpPr>
        <p:spPr>
          <a:xfrm>
            <a:off x="56085" y="6438"/>
            <a:ext cx="18232685" cy="10280651"/>
          </a:xfrm>
          <a:custGeom>
            <a:rect b="b" l="l" r="r" t="t"/>
            <a:pathLst>
              <a:path extrusionOk="0" h="10280650" w="10255885">
                <a:moveTo>
                  <a:pt x="506895" y="506869"/>
                </a:moveTo>
                <a:lnTo>
                  <a:pt x="0" y="506869"/>
                </a:lnTo>
                <a:lnTo>
                  <a:pt x="0" y="10280561"/>
                </a:lnTo>
                <a:lnTo>
                  <a:pt x="506895" y="10280561"/>
                </a:lnTo>
                <a:lnTo>
                  <a:pt x="506895" y="506869"/>
                </a:lnTo>
                <a:close/>
              </a:path>
              <a:path extrusionOk="0" h="10280650" w="10255885">
                <a:moveTo>
                  <a:pt x="10255440" y="0"/>
                </a:moveTo>
                <a:lnTo>
                  <a:pt x="513524" y="0"/>
                </a:lnTo>
                <a:lnTo>
                  <a:pt x="513524" y="506895"/>
                </a:lnTo>
                <a:lnTo>
                  <a:pt x="10255440" y="506895"/>
                </a:lnTo>
                <a:lnTo>
                  <a:pt x="10255440" y="0"/>
                </a:lnTo>
                <a:close/>
              </a:path>
            </a:pathLst>
          </a:custGeom>
          <a:solidFill>
            <a:srgbClr val="C2DF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7"/>
          <p:cNvSpPr/>
          <p:nvPr/>
        </p:nvSpPr>
        <p:spPr>
          <a:xfrm>
            <a:off x="7185829" y="8943023"/>
            <a:ext cx="10017761" cy="838200"/>
          </a:xfrm>
          <a:custGeom>
            <a:rect b="b" l="l" r="r" t="t"/>
            <a:pathLst>
              <a:path extrusionOk="0" h="838200" w="5634990">
                <a:moveTo>
                  <a:pt x="4433582" y="372427"/>
                </a:moveTo>
                <a:lnTo>
                  <a:pt x="0" y="372427"/>
                </a:lnTo>
                <a:lnTo>
                  <a:pt x="0" y="426656"/>
                </a:lnTo>
                <a:lnTo>
                  <a:pt x="4433582" y="426656"/>
                </a:lnTo>
                <a:lnTo>
                  <a:pt x="4433582" y="372427"/>
                </a:lnTo>
                <a:close/>
              </a:path>
              <a:path extrusionOk="0" h="838200" w="5634990">
                <a:moveTo>
                  <a:pt x="5634418" y="381127"/>
                </a:moveTo>
                <a:lnTo>
                  <a:pt x="5627078" y="332765"/>
                </a:lnTo>
                <a:lnTo>
                  <a:pt x="5614403" y="286359"/>
                </a:lnTo>
                <a:lnTo>
                  <a:pt x="5610796" y="277380"/>
                </a:lnTo>
                <a:lnTo>
                  <a:pt x="5610796" y="419989"/>
                </a:lnTo>
                <a:lnTo>
                  <a:pt x="5607710" y="469417"/>
                </a:lnTo>
                <a:lnTo>
                  <a:pt x="5607659" y="469671"/>
                </a:lnTo>
                <a:lnTo>
                  <a:pt x="5598719" y="517029"/>
                </a:lnTo>
                <a:lnTo>
                  <a:pt x="5584190" y="562457"/>
                </a:lnTo>
                <a:lnTo>
                  <a:pt x="5564479" y="605332"/>
                </a:lnTo>
                <a:lnTo>
                  <a:pt x="5539994" y="645261"/>
                </a:lnTo>
                <a:lnTo>
                  <a:pt x="5511076" y="681901"/>
                </a:lnTo>
                <a:lnTo>
                  <a:pt x="5478107" y="714870"/>
                </a:lnTo>
                <a:lnTo>
                  <a:pt x="5441480" y="743788"/>
                </a:lnTo>
                <a:lnTo>
                  <a:pt x="5401538" y="768273"/>
                </a:lnTo>
                <a:lnTo>
                  <a:pt x="5358663" y="787971"/>
                </a:lnTo>
                <a:lnTo>
                  <a:pt x="5313235" y="802513"/>
                </a:lnTo>
                <a:lnTo>
                  <a:pt x="5265623" y="811504"/>
                </a:lnTo>
                <a:lnTo>
                  <a:pt x="5216195" y="814578"/>
                </a:lnTo>
                <a:lnTo>
                  <a:pt x="5166779" y="811504"/>
                </a:lnTo>
                <a:lnTo>
                  <a:pt x="5119167" y="802513"/>
                </a:lnTo>
                <a:lnTo>
                  <a:pt x="5073739" y="787971"/>
                </a:lnTo>
                <a:lnTo>
                  <a:pt x="5030863" y="768273"/>
                </a:lnTo>
                <a:lnTo>
                  <a:pt x="4990922" y="743788"/>
                </a:lnTo>
                <a:lnTo>
                  <a:pt x="4954282" y="714870"/>
                </a:lnTo>
                <a:lnTo>
                  <a:pt x="4921326" y="681901"/>
                </a:lnTo>
                <a:lnTo>
                  <a:pt x="4892408" y="645261"/>
                </a:lnTo>
                <a:lnTo>
                  <a:pt x="4867910" y="605332"/>
                </a:lnTo>
                <a:lnTo>
                  <a:pt x="4848212" y="562457"/>
                </a:lnTo>
                <a:lnTo>
                  <a:pt x="4833683" y="517029"/>
                </a:lnTo>
                <a:lnTo>
                  <a:pt x="4824692" y="469417"/>
                </a:lnTo>
                <a:lnTo>
                  <a:pt x="4821606" y="419989"/>
                </a:lnTo>
                <a:lnTo>
                  <a:pt x="4824692" y="370573"/>
                </a:lnTo>
                <a:lnTo>
                  <a:pt x="4833683" y="322961"/>
                </a:lnTo>
                <a:lnTo>
                  <a:pt x="4848212" y="277533"/>
                </a:lnTo>
                <a:lnTo>
                  <a:pt x="4867910" y="234657"/>
                </a:lnTo>
                <a:lnTo>
                  <a:pt x="4892408" y="194716"/>
                </a:lnTo>
                <a:lnTo>
                  <a:pt x="4921326" y="158076"/>
                </a:lnTo>
                <a:lnTo>
                  <a:pt x="4954282" y="125120"/>
                </a:lnTo>
                <a:lnTo>
                  <a:pt x="4990922" y="96202"/>
                </a:lnTo>
                <a:lnTo>
                  <a:pt x="5030863" y="71704"/>
                </a:lnTo>
                <a:lnTo>
                  <a:pt x="5073739" y="52006"/>
                </a:lnTo>
                <a:lnTo>
                  <a:pt x="5119167" y="37477"/>
                </a:lnTo>
                <a:lnTo>
                  <a:pt x="5166779" y="28486"/>
                </a:lnTo>
                <a:lnTo>
                  <a:pt x="5216106" y="25412"/>
                </a:lnTo>
                <a:lnTo>
                  <a:pt x="5216296" y="25412"/>
                </a:lnTo>
                <a:lnTo>
                  <a:pt x="5265623" y="28486"/>
                </a:lnTo>
                <a:lnTo>
                  <a:pt x="5313235" y="37477"/>
                </a:lnTo>
                <a:lnTo>
                  <a:pt x="5358663" y="52006"/>
                </a:lnTo>
                <a:lnTo>
                  <a:pt x="5401538" y="71704"/>
                </a:lnTo>
                <a:lnTo>
                  <a:pt x="5441480" y="96202"/>
                </a:lnTo>
                <a:lnTo>
                  <a:pt x="5478107" y="125120"/>
                </a:lnTo>
                <a:lnTo>
                  <a:pt x="5511076" y="158076"/>
                </a:lnTo>
                <a:lnTo>
                  <a:pt x="5539994" y="194716"/>
                </a:lnTo>
                <a:lnTo>
                  <a:pt x="5564479" y="234657"/>
                </a:lnTo>
                <a:lnTo>
                  <a:pt x="5584190" y="277533"/>
                </a:lnTo>
                <a:lnTo>
                  <a:pt x="5598719" y="322961"/>
                </a:lnTo>
                <a:lnTo>
                  <a:pt x="5607710" y="370573"/>
                </a:lnTo>
                <a:lnTo>
                  <a:pt x="5610796" y="419989"/>
                </a:lnTo>
                <a:lnTo>
                  <a:pt x="5610796" y="277380"/>
                </a:lnTo>
                <a:lnTo>
                  <a:pt x="5574296" y="200736"/>
                </a:lnTo>
                <a:lnTo>
                  <a:pt x="5547550" y="162204"/>
                </a:lnTo>
                <a:lnTo>
                  <a:pt x="5516778" y="126949"/>
                </a:lnTo>
                <a:lnTo>
                  <a:pt x="5482310" y="95300"/>
                </a:lnTo>
                <a:lnTo>
                  <a:pt x="5444477" y="67614"/>
                </a:lnTo>
                <a:lnTo>
                  <a:pt x="5403621" y="44208"/>
                </a:lnTo>
                <a:lnTo>
                  <a:pt x="5360073" y="25412"/>
                </a:lnTo>
                <a:lnTo>
                  <a:pt x="5314162" y="11557"/>
                </a:lnTo>
                <a:lnTo>
                  <a:pt x="5265712" y="2882"/>
                </a:lnTo>
                <a:lnTo>
                  <a:pt x="5264683" y="2882"/>
                </a:lnTo>
                <a:lnTo>
                  <a:pt x="5216576" y="0"/>
                </a:lnTo>
                <a:lnTo>
                  <a:pt x="5215814" y="0"/>
                </a:lnTo>
                <a:lnTo>
                  <a:pt x="5166944" y="2882"/>
                </a:lnTo>
                <a:lnTo>
                  <a:pt x="5119713" y="11201"/>
                </a:lnTo>
                <a:lnTo>
                  <a:pt x="5074437" y="24650"/>
                </a:lnTo>
                <a:lnTo>
                  <a:pt x="5031435" y="42900"/>
                </a:lnTo>
                <a:lnTo>
                  <a:pt x="4991024" y="65646"/>
                </a:lnTo>
                <a:lnTo>
                  <a:pt x="4953520" y="92557"/>
                </a:lnTo>
                <a:lnTo>
                  <a:pt x="4919243" y="123317"/>
                </a:lnTo>
                <a:lnTo>
                  <a:pt x="4888509" y="157619"/>
                </a:lnTo>
                <a:lnTo>
                  <a:pt x="4861623" y="195148"/>
                </a:lnTo>
                <a:lnTo>
                  <a:pt x="4838916" y="235585"/>
                </a:lnTo>
                <a:lnTo>
                  <a:pt x="4820704" y="278599"/>
                </a:lnTo>
                <a:lnTo>
                  <a:pt x="4807305" y="323888"/>
                </a:lnTo>
                <a:lnTo>
                  <a:pt x="4799038" y="371119"/>
                </a:lnTo>
                <a:lnTo>
                  <a:pt x="4796206" y="419989"/>
                </a:lnTo>
                <a:lnTo>
                  <a:pt x="4799127" y="469671"/>
                </a:lnTo>
                <a:lnTo>
                  <a:pt x="4807674" y="517639"/>
                </a:lnTo>
                <a:lnTo>
                  <a:pt x="4821491" y="563587"/>
                </a:lnTo>
                <a:lnTo>
                  <a:pt x="4840275" y="607187"/>
                </a:lnTo>
                <a:lnTo>
                  <a:pt x="4863681" y="648081"/>
                </a:lnTo>
                <a:lnTo>
                  <a:pt x="4891367" y="685939"/>
                </a:lnTo>
                <a:lnTo>
                  <a:pt x="4923015" y="720445"/>
                </a:lnTo>
                <a:lnTo>
                  <a:pt x="4958283" y="751255"/>
                </a:lnTo>
                <a:lnTo>
                  <a:pt x="4996840" y="778027"/>
                </a:lnTo>
                <a:lnTo>
                  <a:pt x="5038356" y="800455"/>
                </a:lnTo>
                <a:lnTo>
                  <a:pt x="5082502" y="818172"/>
                </a:lnTo>
                <a:lnTo>
                  <a:pt x="5128946" y="830872"/>
                </a:lnTo>
                <a:lnTo>
                  <a:pt x="5177333" y="838200"/>
                </a:lnTo>
                <a:lnTo>
                  <a:pt x="5255184" y="838200"/>
                </a:lnTo>
                <a:lnTo>
                  <a:pt x="5304421" y="830681"/>
                </a:lnTo>
                <a:lnTo>
                  <a:pt x="5351627" y="817600"/>
                </a:lnTo>
                <a:lnTo>
                  <a:pt x="5359019" y="814578"/>
                </a:lnTo>
                <a:lnTo>
                  <a:pt x="5396433" y="799325"/>
                </a:lnTo>
                <a:lnTo>
                  <a:pt x="5438508" y="776211"/>
                </a:lnTo>
                <a:lnTo>
                  <a:pt x="5477497" y="748588"/>
                </a:lnTo>
                <a:lnTo>
                  <a:pt x="5513044" y="716826"/>
                </a:lnTo>
                <a:lnTo>
                  <a:pt x="5544807" y="681266"/>
                </a:lnTo>
                <a:lnTo>
                  <a:pt x="5572417" y="642264"/>
                </a:lnTo>
                <a:lnTo>
                  <a:pt x="5595531" y="600176"/>
                </a:lnTo>
                <a:lnTo>
                  <a:pt x="5613806" y="555345"/>
                </a:lnTo>
                <a:lnTo>
                  <a:pt x="5626887" y="508114"/>
                </a:lnTo>
                <a:lnTo>
                  <a:pt x="5634418" y="458851"/>
                </a:lnTo>
                <a:lnTo>
                  <a:pt x="5634418" y="381127"/>
                </a:lnTo>
                <a:close/>
              </a:path>
            </a:pathLst>
          </a:custGeom>
          <a:solidFill>
            <a:srgbClr val="9DCC5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7"/>
          <p:cNvSpPr/>
          <p:nvPr/>
        </p:nvSpPr>
        <p:spPr>
          <a:xfrm>
            <a:off x="16333782" y="9204135"/>
            <a:ext cx="342052" cy="318135"/>
          </a:xfrm>
          <a:custGeom>
            <a:rect b="b" l="l" r="r" t="t"/>
            <a:pathLst>
              <a:path extrusionOk="0" h="318134" w="192404">
                <a:moveTo>
                  <a:pt x="36703" y="317755"/>
                </a:moveTo>
                <a:lnTo>
                  <a:pt x="0" y="282449"/>
                </a:lnTo>
                <a:lnTo>
                  <a:pt x="120650" y="157227"/>
                </a:lnTo>
                <a:lnTo>
                  <a:pt x="253" y="35941"/>
                </a:lnTo>
                <a:lnTo>
                  <a:pt x="36448" y="0"/>
                </a:lnTo>
                <a:lnTo>
                  <a:pt x="191897" y="156591"/>
                </a:lnTo>
                <a:lnTo>
                  <a:pt x="36703" y="317755"/>
                </a:lnTo>
                <a:close/>
              </a:path>
            </a:pathLst>
          </a:custGeom>
          <a:solidFill>
            <a:srgbClr val="2E2E2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7"/>
          <p:cNvSpPr txBox="1"/>
          <p:nvPr>
            <p:ph type="title"/>
          </p:nvPr>
        </p:nvSpPr>
        <p:spPr>
          <a:xfrm>
            <a:off x="4404201" y="2714048"/>
            <a:ext cx="9408160" cy="85408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2100"/>
              <a:buNone/>
              <a:defRPr b="0" i="0" sz="5600" u="none" cap="none" strike="noStrike">
                <a:solidFill>
                  <a:schemeClr val="dk1"/>
                </a:solidFill>
                <a:latin typeface="Verdana"/>
                <a:ea typeface="Verdana"/>
                <a:cs typeface="Verdana"/>
                <a:sym typeface="Verdana"/>
              </a:defRPr>
            </a:lvl1pPr>
            <a:lvl2pPr lvl="1">
              <a:spcBef>
                <a:spcPts val="0"/>
              </a:spcBef>
              <a:spcAft>
                <a:spcPts val="0"/>
              </a:spcAft>
              <a:buSzPts val="2100"/>
              <a:buNone/>
              <a:defRPr sz="2700"/>
            </a:lvl2pPr>
            <a:lvl3pPr lvl="2">
              <a:spcBef>
                <a:spcPts val="0"/>
              </a:spcBef>
              <a:spcAft>
                <a:spcPts val="0"/>
              </a:spcAft>
              <a:buSzPts val="2100"/>
              <a:buNone/>
              <a:defRPr sz="2700"/>
            </a:lvl3pPr>
            <a:lvl4pPr lvl="3">
              <a:spcBef>
                <a:spcPts val="0"/>
              </a:spcBef>
              <a:spcAft>
                <a:spcPts val="0"/>
              </a:spcAft>
              <a:buSzPts val="2100"/>
              <a:buNone/>
              <a:defRPr sz="2700"/>
            </a:lvl4pPr>
            <a:lvl5pPr lvl="4">
              <a:spcBef>
                <a:spcPts val="0"/>
              </a:spcBef>
              <a:spcAft>
                <a:spcPts val="0"/>
              </a:spcAft>
              <a:buSzPts val="2100"/>
              <a:buNone/>
              <a:defRPr sz="2700"/>
            </a:lvl5pPr>
            <a:lvl6pPr lvl="5">
              <a:spcBef>
                <a:spcPts val="0"/>
              </a:spcBef>
              <a:spcAft>
                <a:spcPts val="0"/>
              </a:spcAft>
              <a:buSzPts val="2100"/>
              <a:buNone/>
              <a:defRPr sz="2700"/>
            </a:lvl6pPr>
            <a:lvl7pPr lvl="6">
              <a:spcBef>
                <a:spcPts val="0"/>
              </a:spcBef>
              <a:spcAft>
                <a:spcPts val="0"/>
              </a:spcAft>
              <a:buSzPts val="2100"/>
              <a:buNone/>
              <a:defRPr sz="2700"/>
            </a:lvl7pPr>
            <a:lvl8pPr lvl="7">
              <a:spcBef>
                <a:spcPts val="0"/>
              </a:spcBef>
              <a:spcAft>
                <a:spcPts val="0"/>
              </a:spcAft>
              <a:buSzPts val="2100"/>
              <a:buNone/>
              <a:defRPr sz="2700"/>
            </a:lvl8pPr>
            <a:lvl9pPr lvl="8">
              <a:spcBef>
                <a:spcPts val="0"/>
              </a:spcBef>
              <a:spcAft>
                <a:spcPts val="0"/>
              </a:spcAft>
              <a:buSzPts val="2100"/>
              <a:buNone/>
              <a:defRPr sz="2700"/>
            </a:lvl9pPr>
          </a:lstStyle>
          <a:p/>
        </p:txBody>
      </p:sp>
      <p:sp>
        <p:nvSpPr>
          <p:cNvPr id="56" name="Google Shape;56;p7"/>
          <p:cNvSpPr txBox="1"/>
          <p:nvPr>
            <p:ph idx="1" type="body"/>
          </p:nvPr>
        </p:nvSpPr>
        <p:spPr>
          <a:xfrm>
            <a:off x="3037377" y="4314800"/>
            <a:ext cx="12455031" cy="78483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2100"/>
              <a:buNone/>
              <a:defRPr b="0" i="0" sz="5100" u="none" cap="none" strike="noStrike">
                <a:solidFill>
                  <a:srgbClr val="2F2F2F"/>
                </a:solidFill>
                <a:latin typeface="Verdana"/>
                <a:ea typeface="Verdana"/>
                <a:cs typeface="Verdana"/>
                <a:sym typeface="Verdana"/>
              </a:defRPr>
            </a:lvl1pPr>
            <a:lvl2pPr indent="-228600" lvl="1" marL="914400" marR="0" rtl="0" algn="l">
              <a:spcBef>
                <a:spcPts val="0"/>
              </a:spcBef>
              <a:spcAft>
                <a:spcPts val="0"/>
              </a:spcAft>
              <a:buSzPts val="2100"/>
              <a:buNone/>
              <a:defRPr b="0" i="0" sz="2700" u="none" cap="none" strike="noStrike">
                <a:latin typeface="Calibri"/>
                <a:ea typeface="Calibri"/>
                <a:cs typeface="Calibri"/>
                <a:sym typeface="Calibri"/>
              </a:defRPr>
            </a:lvl2pPr>
            <a:lvl3pPr indent="-228600" lvl="2" marL="1371600" marR="0" rtl="0" algn="l">
              <a:spcBef>
                <a:spcPts val="0"/>
              </a:spcBef>
              <a:spcAft>
                <a:spcPts val="0"/>
              </a:spcAft>
              <a:buSzPts val="2100"/>
              <a:buNone/>
              <a:defRPr b="0" i="0" sz="2700" u="none" cap="none" strike="noStrike">
                <a:latin typeface="Calibri"/>
                <a:ea typeface="Calibri"/>
                <a:cs typeface="Calibri"/>
                <a:sym typeface="Calibri"/>
              </a:defRPr>
            </a:lvl3pPr>
            <a:lvl4pPr indent="-228600" lvl="3" marL="1828800" marR="0" rtl="0" algn="l">
              <a:spcBef>
                <a:spcPts val="0"/>
              </a:spcBef>
              <a:spcAft>
                <a:spcPts val="0"/>
              </a:spcAft>
              <a:buSzPts val="2100"/>
              <a:buNone/>
              <a:defRPr b="0" i="0" sz="2700" u="none" cap="none" strike="noStrike">
                <a:latin typeface="Calibri"/>
                <a:ea typeface="Calibri"/>
                <a:cs typeface="Calibri"/>
                <a:sym typeface="Calibri"/>
              </a:defRPr>
            </a:lvl4pPr>
            <a:lvl5pPr indent="-228600" lvl="4" marL="2286000" marR="0" rtl="0" algn="l">
              <a:spcBef>
                <a:spcPts val="0"/>
              </a:spcBef>
              <a:spcAft>
                <a:spcPts val="0"/>
              </a:spcAft>
              <a:buSzPts val="2100"/>
              <a:buNone/>
              <a:defRPr b="0" i="0" sz="2700" u="none" cap="none" strike="noStrike">
                <a:latin typeface="Calibri"/>
                <a:ea typeface="Calibri"/>
                <a:cs typeface="Calibri"/>
                <a:sym typeface="Calibri"/>
              </a:defRPr>
            </a:lvl5pPr>
            <a:lvl6pPr indent="-228600" lvl="5" marL="2743200" marR="0" rtl="0" algn="l">
              <a:spcBef>
                <a:spcPts val="0"/>
              </a:spcBef>
              <a:spcAft>
                <a:spcPts val="0"/>
              </a:spcAft>
              <a:buSzPts val="2100"/>
              <a:buNone/>
              <a:defRPr b="0" i="0" sz="2700" u="none" cap="none" strike="noStrike">
                <a:latin typeface="Calibri"/>
                <a:ea typeface="Calibri"/>
                <a:cs typeface="Calibri"/>
                <a:sym typeface="Calibri"/>
              </a:defRPr>
            </a:lvl6pPr>
            <a:lvl7pPr indent="-228600" lvl="6" marL="3200400" marR="0" rtl="0" algn="l">
              <a:spcBef>
                <a:spcPts val="0"/>
              </a:spcBef>
              <a:spcAft>
                <a:spcPts val="0"/>
              </a:spcAft>
              <a:buSzPts val="2100"/>
              <a:buNone/>
              <a:defRPr b="0" i="0" sz="2700" u="none" cap="none" strike="noStrike">
                <a:latin typeface="Calibri"/>
                <a:ea typeface="Calibri"/>
                <a:cs typeface="Calibri"/>
                <a:sym typeface="Calibri"/>
              </a:defRPr>
            </a:lvl7pPr>
            <a:lvl8pPr indent="-228600" lvl="7" marL="3657600" marR="0" rtl="0" algn="l">
              <a:spcBef>
                <a:spcPts val="0"/>
              </a:spcBef>
              <a:spcAft>
                <a:spcPts val="0"/>
              </a:spcAft>
              <a:buSzPts val="2100"/>
              <a:buNone/>
              <a:defRPr b="0" i="0" sz="2700" u="none" cap="none" strike="noStrike">
                <a:latin typeface="Calibri"/>
                <a:ea typeface="Calibri"/>
                <a:cs typeface="Calibri"/>
                <a:sym typeface="Calibri"/>
              </a:defRPr>
            </a:lvl8pPr>
            <a:lvl9pPr indent="-228600" lvl="8" marL="4114800" marR="0" rtl="0" algn="l">
              <a:spcBef>
                <a:spcPts val="0"/>
              </a:spcBef>
              <a:spcAft>
                <a:spcPts val="0"/>
              </a:spcAft>
              <a:buSzPts val="2100"/>
              <a:buNone/>
              <a:defRPr b="0" i="0" sz="2700" u="none" cap="none" strike="noStrike">
                <a:latin typeface="Calibri"/>
                <a:ea typeface="Calibri"/>
                <a:cs typeface="Calibri"/>
                <a:sym typeface="Calibri"/>
              </a:defRPr>
            </a:lvl9pPr>
          </a:lstStyle>
          <a:p/>
        </p:txBody>
      </p:sp>
      <p:sp>
        <p:nvSpPr>
          <p:cNvPr id="57" name="Google Shape;57;p7"/>
          <p:cNvSpPr txBox="1"/>
          <p:nvPr>
            <p:ph idx="11" type="ftr"/>
          </p:nvPr>
        </p:nvSpPr>
        <p:spPr>
          <a:xfrm>
            <a:off x="6217920" y="9566913"/>
            <a:ext cx="5852160" cy="415499"/>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2100"/>
              <a:buNone/>
              <a:defRPr sz="2700">
                <a:solidFill>
                  <a:srgbClr val="888888"/>
                </a:solidFill>
                <a:latin typeface="Calibri"/>
                <a:ea typeface="Calibri"/>
                <a:cs typeface="Calibri"/>
                <a:sym typeface="Calibri"/>
              </a:defRPr>
            </a:lvl1pPr>
            <a:lvl2pPr lvl="1"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9pPr>
          </a:lstStyle>
          <a:p/>
        </p:txBody>
      </p:sp>
      <p:sp>
        <p:nvSpPr>
          <p:cNvPr id="58" name="Google Shape;58;p7"/>
          <p:cNvSpPr txBox="1"/>
          <p:nvPr>
            <p:ph idx="10" type="dt"/>
          </p:nvPr>
        </p:nvSpPr>
        <p:spPr>
          <a:xfrm>
            <a:off x="914400" y="9566913"/>
            <a:ext cx="4206240" cy="41549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2100"/>
              <a:buNone/>
              <a:defRPr sz="2700">
                <a:solidFill>
                  <a:srgbClr val="888888"/>
                </a:solidFill>
                <a:latin typeface="Calibri"/>
                <a:ea typeface="Calibri"/>
                <a:cs typeface="Calibri"/>
                <a:sym typeface="Calibri"/>
              </a:defRPr>
            </a:lvl1pPr>
            <a:lvl2pPr lvl="1"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2100"/>
              <a:buNone/>
              <a:defRPr b="0" i="0" sz="2700" u="none" cap="none" strike="noStrike">
                <a:solidFill>
                  <a:schemeClr val="dk1"/>
                </a:solidFill>
                <a:latin typeface="Calibri"/>
                <a:ea typeface="Calibri"/>
                <a:cs typeface="Calibri"/>
                <a:sym typeface="Calibri"/>
              </a:defRPr>
            </a:lvl9pPr>
          </a:lstStyle>
          <a:p/>
        </p:txBody>
      </p:sp>
      <p:sp>
        <p:nvSpPr>
          <p:cNvPr id="59" name="Google Shape;59;p7"/>
          <p:cNvSpPr txBox="1"/>
          <p:nvPr>
            <p:ph idx="12" type="sldNum"/>
          </p:nvPr>
        </p:nvSpPr>
        <p:spPr>
          <a:xfrm>
            <a:off x="13167360" y="9566913"/>
            <a:ext cx="4206240" cy="415499"/>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sz="2700">
                <a:solidFill>
                  <a:srgbClr val="888888"/>
                </a:solidFill>
                <a:latin typeface="Calibri"/>
                <a:ea typeface="Calibri"/>
                <a:cs typeface="Calibri"/>
                <a:sym typeface="Calibri"/>
              </a:defRPr>
            </a:lvl1pPr>
            <a:lvl2pPr indent="0" lvl="1" marL="0" marR="0" rtl="0" algn="r">
              <a:spcBef>
                <a:spcPts val="0"/>
              </a:spcBef>
              <a:buNone/>
              <a:defRPr sz="2700">
                <a:solidFill>
                  <a:srgbClr val="888888"/>
                </a:solidFill>
                <a:latin typeface="Calibri"/>
                <a:ea typeface="Calibri"/>
                <a:cs typeface="Calibri"/>
                <a:sym typeface="Calibri"/>
              </a:defRPr>
            </a:lvl2pPr>
            <a:lvl3pPr indent="0" lvl="2" marL="0" marR="0" rtl="0" algn="r">
              <a:spcBef>
                <a:spcPts val="0"/>
              </a:spcBef>
              <a:buNone/>
              <a:defRPr sz="2700">
                <a:solidFill>
                  <a:srgbClr val="888888"/>
                </a:solidFill>
                <a:latin typeface="Calibri"/>
                <a:ea typeface="Calibri"/>
                <a:cs typeface="Calibri"/>
                <a:sym typeface="Calibri"/>
              </a:defRPr>
            </a:lvl3pPr>
            <a:lvl4pPr indent="0" lvl="3" marL="0" marR="0" rtl="0" algn="r">
              <a:spcBef>
                <a:spcPts val="0"/>
              </a:spcBef>
              <a:buNone/>
              <a:defRPr sz="2700">
                <a:solidFill>
                  <a:srgbClr val="888888"/>
                </a:solidFill>
                <a:latin typeface="Calibri"/>
                <a:ea typeface="Calibri"/>
                <a:cs typeface="Calibri"/>
                <a:sym typeface="Calibri"/>
              </a:defRPr>
            </a:lvl4pPr>
            <a:lvl5pPr indent="0" lvl="4" marL="0" marR="0" rtl="0" algn="r">
              <a:spcBef>
                <a:spcPts val="0"/>
              </a:spcBef>
              <a:buNone/>
              <a:defRPr sz="2700">
                <a:solidFill>
                  <a:srgbClr val="888888"/>
                </a:solidFill>
                <a:latin typeface="Calibri"/>
                <a:ea typeface="Calibri"/>
                <a:cs typeface="Calibri"/>
                <a:sym typeface="Calibri"/>
              </a:defRPr>
            </a:lvl5pPr>
            <a:lvl6pPr indent="0" lvl="5" marL="0" marR="0" rtl="0" algn="r">
              <a:spcBef>
                <a:spcPts val="0"/>
              </a:spcBef>
              <a:buNone/>
              <a:defRPr sz="2700">
                <a:solidFill>
                  <a:srgbClr val="888888"/>
                </a:solidFill>
                <a:latin typeface="Calibri"/>
                <a:ea typeface="Calibri"/>
                <a:cs typeface="Calibri"/>
                <a:sym typeface="Calibri"/>
              </a:defRPr>
            </a:lvl6pPr>
            <a:lvl7pPr indent="0" lvl="6" marL="0" marR="0" rtl="0" algn="r">
              <a:spcBef>
                <a:spcPts val="0"/>
              </a:spcBef>
              <a:buNone/>
              <a:defRPr sz="2700">
                <a:solidFill>
                  <a:srgbClr val="888888"/>
                </a:solidFill>
                <a:latin typeface="Calibri"/>
                <a:ea typeface="Calibri"/>
                <a:cs typeface="Calibri"/>
                <a:sym typeface="Calibri"/>
              </a:defRPr>
            </a:lvl7pPr>
            <a:lvl8pPr indent="0" lvl="7" marL="0" marR="0" rtl="0" algn="r">
              <a:spcBef>
                <a:spcPts val="0"/>
              </a:spcBef>
              <a:buNone/>
              <a:defRPr sz="2700">
                <a:solidFill>
                  <a:srgbClr val="888888"/>
                </a:solidFill>
                <a:latin typeface="Calibri"/>
                <a:ea typeface="Calibri"/>
                <a:cs typeface="Calibri"/>
                <a:sym typeface="Calibri"/>
              </a:defRPr>
            </a:lvl8pPr>
            <a:lvl9pPr indent="0" lvl="8" marL="0" marR="0" rtl="0" algn="r">
              <a:spcBef>
                <a:spcPts val="0"/>
              </a:spcBef>
              <a:buNone/>
              <a:defRPr sz="27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b="0" u="none"/>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3.png"/><Relationship Id="rId7"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www.worldeconomicforum.org" TargetMode="External"/><Relationship Id="rId4" Type="http://schemas.openxmlformats.org/officeDocument/2006/relationships/hyperlink" Target="http://www.outlookbusiness.com/planet" TargetMode="External"/><Relationship Id="rId5" Type="http://schemas.openxmlformats.org/officeDocument/2006/relationships/hyperlink" Target="http://dashboards.sdgindex.org/profile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3"/>
          <p:cNvSpPr txBox="1"/>
          <p:nvPr/>
        </p:nvSpPr>
        <p:spPr>
          <a:xfrm>
            <a:off x="5016500" y="1162105"/>
            <a:ext cx="6431280" cy="1018997"/>
          </a:xfrm>
          <a:prstGeom prst="rect">
            <a:avLst/>
          </a:prstGeom>
          <a:noFill/>
          <a:ln>
            <a:noFill/>
          </a:ln>
        </p:spPr>
        <p:txBody>
          <a:bodyPr anchorCtr="0" anchor="t" bIns="0" lIns="0" spcFirstLastPara="1" rIns="0" wrap="square" tIns="230500">
            <a:spAutoFit/>
          </a:bodyPr>
          <a:lstStyle/>
          <a:p>
            <a:pPr indent="0" lvl="0" marL="12700" marR="5080" rtl="0" algn="l">
              <a:lnSpc>
                <a:spcPct val="78100"/>
              </a:lnSpc>
              <a:spcBef>
                <a:spcPts val="0"/>
              </a:spcBef>
              <a:spcAft>
                <a:spcPts val="0"/>
              </a:spcAft>
              <a:buNone/>
            </a:pPr>
            <a:r>
              <a:t/>
            </a:r>
            <a:endParaRPr sz="6550">
              <a:latin typeface="Verdana"/>
              <a:ea typeface="Verdana"/>
              <a:cs typeface="Verdana"/>
              <a:sym typeface="Verdana"/>
            </a:endParaRPr>
          </a:p>
        </p:txBody>
      </p:sp>
      <p:sp>
        <p:nvSpPr>
          <p:cNvPr id="98" name="Google Shape;98;p13"/>
          <p:cNvSpPr txBox="1"/>
          <p:nvPr/>
        </p:nvSpPr>
        <p:spPr>
          <a:xfrm>
            <a:off x="5016501" y="2722272"/>
            <a:ext cx="7021195" cy="1019510"/>
          </a:xfrm>
          <a:prstGeom prst="rect">
            <a:avLst/>
          </a:prstGeom>
          <a:noFill/>
          <a:ln>
            <a:noFill/>
          </a:ln>
        </p:spPr>
        <p:txBody>
          <a:bodyPr anchorCtr="0" anchor="t" bIns="0" lIns="0" spcFirstLastPara="1" rIns="0" wrap="square" tIns="11425">
            <a:spAutoFit/>
          </a:bodyPr>
          <a:lstStyle/>
          <a:p>
            <a:pPr indent="0" lvl="0" marL="12700" rtl="0" algn="l">
              <a:spcBef>
                <a:spcPts val="0"/>
              </a:spcBef>
              <a:spcAft>
                <a:spcPts val="0"/>
              </a:spcAft>
              <a:buNone/>
            </a:pPr>
            <a:r>
              <a:rPr lang="en-US" sz="6550">
                <a:latin typeface="Verdana"/>
                <a:ea typeface="Verdana"/>
                <a:cs typeface="Verdana"/>
                <a:sym typeface="Verdana"/>
              </a:rPr>
              <a:t> </a:t>
            </a:r>
            <a:endParaRPr sz="6550">
              <a:latin typeface="Verdana"/>
              <a:ea typeface="Verdana"/>
              <a:cs typeface="Verdana"/>
              <a:sym typeface="Verdana"/>
            </a:endParaRPr>
          </a:p>
        </p:txBody>
      </p:sp>
      <p:sp>
        <p:nvSpPr>
          <p:cNvPr id="99" name="Google Shape;99;p13"/>
          <p:cNvSpPr txBox="1"/>
          <p:nvPr/>
        </p:nvSpPr>
        <p:spPr>
          <a:xfrm>
            <a:off x="11697703" y="3265978"/>
            <a:ext cx="9715500" cy="1951112"/>
          </a:xfrm>
          <a:prstGeom prst="rect">
            <a:avLst/>
          </a:prstGeom>
          <a:noFill/>
          <a:ln>
            <a:noFill/>
          </a:ln>
        </p:spPr>
        <p:txBody>
          <a:bodyPr anchorCtr="0" anchor="t" bIns="0" lIns="0" spcFirstLastPara="1" rIns="0" wrap="square" tIns="12050">
            <a:spAutoFit/>
          </a:bodyPr>
          <a:lstStyle/>
          <a:p>
            <a:pPr indent="0" lvl="0" marL="12700" marR="5080" rtl="0" algn="l">
              <a:lnSpc>
                <a:spcPct val="112700"/>
              </a:lnSpc>
              <a:spcBef>
                <a:spcPts val="0"/>
              </a:spcBef>
              <a:spcAft>
                <a:spcPts val="0"/>
              </a:spcAft>
              <a:buNone/>
            </a:pPr>
            <a:r>
              <a:rPr i="1" lang="en-US" sz="2800">
                <a:solidFill>
                  <a:srgbClr val="4F6128"/>
                </a:solidFill>
                <a:latin typeface="Verdana"/>
                <a:ea typeface="Verdana"/>
                <a:cs typeface="Verdana"/>
                <a:sym typeface="Verdana"/>
              </a:rPr>
              <a:t>  			</a:t>
            </a:r>
            <a:endParaRPr/>
          </a:p>
          <a:p>
            <a:pPr indent="0" lvl="0" marL="12700" marR="5080" rtl="0" algn="l">
              <a:lnSpc>
                <a:spcPct val="112700"/>
              </a:lnSpc>
              <a:spcBef>
                <a:spcPts val="95"/>
              </a:spcBef>
              <a:spcAft>
                <a:spcPts val="0"/>
              </a:spcAft>
              <a:buNone/>
            </a:pPr>
            <a:r>
              <a:rPr i="1" lang="en-US" sz="2800">
                <a:solidFill>
                  <a:srgbClr val="4F6128"/>
                </a:solidFill>
                <a:latin typeface="Verdana"/>
                <a:ea typeface="Verdana"/>
                <a:cs typeface="Verdana"/>
                <a:sym typeface="Verdana"/>
              </a:rPr>
              <a:t>			</a:t>
            </a:r>
            <a:endParaRPr/>
          </a:p>
          <a:p>
            <a:pPr indent="0" lvl="0" marL="12700" marR="5080" rtl="0" algn="l">
              <a:lnSpc>
                <a:spcPct val="112700"/>
              </a:lnSpc>
              <a:spcBef>
                <a:spcPts val="95"/>
              </a:spcBef>
              <a:spcAft>
                <a:spcPts val="0"/>
              </a:spcAft>
              <a:buNone/>
            </a:pPr>
            <a:r>
              <a:rPr i="1" lang="en-US" sz="2800">
                <a:solidFill>
                  <a:srgbClr val="4F6128"/>
                </a:solidFill>
                <a:latin typeface="Verdana"/>
                <a:ea typeface="Verdana"/>
                <a:cs typeface="Verdana"/>
                <a:sym typeface="Verdana"/>
              </a:rPr>
              <a:t>		      </a:t>
            </a:r>
            <a:r>
              <a:rPr b="1" lang="en-US" sz="2800">
                <a:solidFill>
                  <a:srgbClr val="0C0C0C"/>
                </a:solidFill>
                <a:latin typeface="Verdana"/>
                <a:ea typeface="Verdana"/>
                <a:cs typeface="Verdana"/>
                <a:sym typeface="Verdana"/>
              </a:rPr>
              <a:t>Garvit Bansal</a:t>
            </a:r>
            <a:endParaRPr/>
          </a:p>
          <a:p>
            <a:pPr indent="0" lvl="0" marL="12700" marR="5080" rtl="0" algn="l">
              <a:lnSpc>
                <a:spcPct val="112700"/>
              </a:lnSpc>
              <a:spcBef>
                <a:spcPts val="95"/>
              </a:spcBef>
              <a:spcAft>
                <a:spcPts val="0"/>
              </a:spcAft>
              <a:buNone/>
            </a:pPr>
            <a:r>
              <a:rPr b="1" lang="en-US" sz="2800">
                <a:solidFill>
                  <a:srgbClr val="0C0C0C"/>
                </a:solidFill>
                <a:latin typeface="Verdana"/>
                <a:ea typeface="Verdana"/>
                <a:cs typeface="Verdana"/>
                <a:sym typeface="Verdana"/>
              </a:rPr>
              <a:t>		      Rounak Sambhwani</a:t>
            </a:r>
            <a:endParaRPr b="1" sz="2800">
              <a:solidFill>
                <a:srgbClr val="0C0C0C"/>
              </a:solidFill>
              <a:latin typeface="Verdana"/>
              <a:ea typeface="Verdana"/>
              <a:cs typeface="Verdana"/>
              <a:sym typeface="Verdana"/>
            </a:endParaRPr>
          </a:p>
        </p:txBody>
      </p:sp>
      <p:sp>
        <p:nvSpPr>
          <p:cNvPr id="100" name="Google Shape;100;p13"/>
          <p:cNvSpPr txBox="1"/>
          <p:nvPr/>
        </p:nvSpPr>
        <p:spPr>
          <a:xfrm>
            <a:off x="560438" y="413952"/>
            <a:ext cx="17344200" cy="2308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7200">
                <a:solidFill>
                  <a:srgbClr val="0C0C0C"/>
                </a:solidFill>
                <a:latin typeface="Calibri"/>
                <a:ea typeface="Calibri"/>
                <a:cs typeface="Calibri"/>
                <a:sym typeface="Calibri"/>
              </a:rPr>
              <a:t>Sustainable Progress: Turkey’s SDG Achievements &amp; India's Net-Zero Vision</a:t>
            </a:r>
            <a:endParaRPr b="1" sz="7200">
              <a:solidFill>
                <a:srgbClr val="0C0C0C"/>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p:nvPr/>
        </p:nvSpPr>
        <p:spPr>
          <a:xfrm>
            <a:off x="6651522" y="8819535"/>
            <a:ext cx="10633588" cy="1327355"/>
          </a:xfrm>
          <a:prstGeom prst="rect">
            <a:avLst/>
          </a:prstGeom>
          <a:solidFill>
            <a:schemeClr val="lt1"/>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106" name="Google Shape;106;p14"/>
          <p:cNvSpPr txBox="1"/>
          <p:nvPr>
            <p:ph type="title"/>
          </p:nvPr>
        </p:nvSpPr>
        <p:spPr>
          <a:xfrm>
            <a:off x="990600" y="640228"/>
            <a:ext cx="16992600" cy="654025"/>
          </a:xfrm>
          <a:prstGeom prst="rect">
            <a:avLst/>
          </a:prstGeom>
          <a:noFill/>
          <a:ln>
            <a:noFill/>
          </a:ln>
        </p:spPr>
        <p:txBody>
          <a:bodyPr anchorCtr="0" anchor="t" bIns="0" lIns="0" spcFirstLastPara="1" rIns="0" wrap="square" tIns="12700">
            <a:spAutoFit/>
          </a:bodyPr>
          <a:lstStyle/>
          <a:p>
            <a:pPr indent="0" lvl="0" marL="12700" rtl="0" algn="l">
              <a:lnSpc>
                <a:spcPct val="106276"/>
              </a:lnSpc>
              <a:spcBef>
                <a:spcPts val="0"/>
              </a:spcBef>
              <a:spcAft>
                <a:spcPts val="0"/>
              </a:spcAft>
              <a:buNone/>
            </a:pPr>
            <a:r>
              <a:rPr lang="en-US" sz="4700"/>
              <a:t>    </a:t>
            </a:r>
            <a:endParaRPr b="1" i="1" sz="6000" u="sng">
              <a:solidFill>
                <a:srgbClr val="76923C"/>
              </a:solidFill>
            </a:endParaRPr>
          </a:p>
        </p:txBody>
      </p:sp>
      <p:sp>
        <p:nvSpPr>
          <p:cNvPr id="107" name="Google Shape;107;p14"/>
          <p:cNvSpPr txBox="1"/>
          <p:nvPr>
            <p:ph idx="1" type="body"/>
          </p:nvPr>
        </p:nvSpPr>
        <p:spPr>
          <a:xfrm>
            <a:off x="1295400" y="1956484"/>
            <a:ext cx="16535400" cy="2693700"/>
          </a:xfrm>
          <a:prstGeom prst="rect">
            <a:avLst/>
          </a:prstGeom>
          <a:noFill/>
          <a:ln>
            <a:noFill/>
          </a:ln>
        </p:spPr>
        <p:txBody>
          <a:bodyPr anchorCtr="0" anchor="t" bIns="0" lIns="0" spcFirstLastPara="1" rIns="0" wrap="square" tIns="0">
            <a:spAutoFit/>
          </a:bodyPr>
          <a:lstStyle/>
          <a:p>
            <a:pPr indent="-228600" lvl="0" marL="0" rtl="0" algn="l">
              <a:spcBef>
                <a:spcPts val="0"/>
              </a:spcBef>
              <a:spcAft>
                <a:spcPts val="0"/>
              </a:spcAft>
              <a:buClr>
                <a:schemeClr val="dk1"/>
              </a:buClr>
              <a:buSzPts val="3600"/>
              <a:buFont typeface="Calibri"/>
              <a:buChar char="•"/>
            </a:pPr>
            <a:r>
              <a:rPr b="1" lang="en-US" sz="3600">
                <a:solidFill>
                  <a:schemeClr val="dk1"/>
                </a:solidFill>
                <a:latin typeface="Calibri"/>
                <a:ea typeface="Calibri"/>
                <a:cs typeface="Calibri"/>
                <a:sym typeface="Calibri"/>
              </a:rPr>
              <a:t> </a:t>
            </a:r>
            <a:r>
              <a:rPr lang="en-US" sz="3500">
                <a:solidFill>
                  <a:srgbClr val="0C0C0C"/>
                </a:solidFill>
                <a:latin typeface="Calibri"/>
                <a:ea typeface="Calibri"/>
                <a:cs typeface="Calibri"/>
                <a:sym typeface="Calibri"/>
              </a:rPr>
              <a:t>Analyzing Turkey’s progress on specific SDGs between 2005-2015.</a:t>
            </a:r>
            <a:endParaRPr/>
          </a:p>
          <a:p>
            <a:pPr indent="-222250" lvl="0" marL="0" rtl="0" algn="l">
              <a:spcBef>
                <a:spcPts val="0"/>
              </a:spcBef>
              <a:spcAft>
                <a:spcPts val="0"/>
              </a:spcAft>
              <a:buClr>
                <a:srgbClr val="0C0C0C"/>
              </a:buClr>
              <a:buSzPts val="3500"/>
              <a:buFont typeface="Calibri"/>
              <a:buChar char="•"/>
            </a:pPr>
            <a:r>
              <a:rPr lang="en-US" sz="3500">
                <a:solidFill>
                  <a:srgbClr val="0C0C0C"/>
                </a:solidFill>
                <a:latin typeface="Calibri"/>
                <a:ea typeface="Calibri"/>
                <a:cs typeface="Calibri"/>
                <a:sym typeface="Calibri"/>
              </a:rPr>
              <a:t> Identifying key policies and strategies behind this success.</a:t>
            </a:r>
            <a:endParaRPr/>
          </a:p>
          <a:p>
            <a:pPr indent="-222250" lvl="0" marL="0" rtl="0" algn="l">
              <a:spcBef>
                <a:spcPts val="0"/>
              </a:spcBef>
              <a:spcAft>
                <a:spcPts val="0"/>
              </a:spcAft>
              <a:buClr>
                <a:srgbClr val="0C0C0C"/>
              </a:buClr>
              <a:buSzPts val="3500"/>
              <a:buFont typeface="Calibri"/>
              <a:buChar char="•"/>
            </a:pPr>
            <a:r>
              <a:rPr lang="en-US" sz="3500">
                <a:solidFill>
                  <a:srgbClr val="0C0C0C"/>
                </a:solidFill>
                <a:latin typeface="Calibri"/>
                <a:ea typeface="Calibri"/>
                <a:cs typeface="Calibri"/>
                <a:sym typeface="Calibri"/>
              </a:rPr>
              <a:t> Evaluating India’s potential to achieve net-zero emissions by 2070.</a:t>
            </a:r>
            <a:endParaRPr/>
          </a:p>
          <a:p>
            <a:pPr indent="-222250" lvl="0" marL="0" rtl="0" algn="l">
              <a:spcBef>
                <a:spcPts val="0"/>
              </a:spcBef>
              <a:spcAft>
                <a:spcPts val="0"/>
              </a:spcAft>
              <a:buClr>
                <a:srgbClr val="0C0C0C"/>
              </a:buClr>
              <a:buSzPts val="3500"/>
              <a:buFont typeface="Calibri"/>
              <a:buChar char="•"/>
            </a:pPr>
            <a:r>
              <a:rPr lang="en-US" sz="3500">
                <a:solidFill>
                  <a:srgbClr val="0C0C0C"/>
                </a:solidFill>
                <a:latin typeface="Calibri"/>
                <a:ea typeface="Calibri"/>
                <a:cs typeface="Calibri"/>
                <a:sym typeface="Calibri"/>
              </a:rPr>
              <a:t> Identifying gaps and recommending measures to meet India’s climate goals</a:t>
            </a:r>
            <a:r>
              <a:rPr i="1" lang="en-US" sz="3500">
                <a:solidFill>
                  <a:srgbClr val="76923C"/>
                </a:solidFill>
                <a:latin typeface="Calibri"/>
                <a:ea typeface="Calibri"/>
                <a:cs typeface="Calibri"/>
                <a:sym typeface="Calibri"/>
              </a:rPr>
              <a:t>.</a:t>
            </a:r>
            <a:endParaRPr i="1" sz="3500">
              <a:solidFill>
                <a:srgbClr val="76923C"/>
              </a:solidFill>
              <a:latin typeface="Calibri"/>
              <a:ea typeface="Calibri"/>
              <a:cs typeface="Calibri"/>
              <a:sym typeface="Calibri"/>
            </a:endParaRPr>
          </a:p>
          <a:p>
            <a:pPr indent="-241306" lvl="0" marL="457206" rtl="0" algn="l">
              <a:spcBef>
                <a:spcPts val="0"/>
              </a:spcBef>
              <a:spcAft>
                <a:spcPts val="0"/>
              </a:spcAft>
              <a:buClr>
                <a:srgbClr val="2F2F2F"/>
              </a:buClr>
              <a:buSzPts val="3400"/>
              <a:buFont typeface="Arial"/>
              <a:buNone/>
            </a:pPr>
            <a:r>
              <a:t/>
            </a:r>
            <a:endParaRPr/>
          </a:p>
        </p:txBody>
      </p:sp>
      <p:sp>
        <p:nvSpPr>
          <p:cNvPr id="108" name="Google Shape;108;p14"/>
          <p:cNvSpPr/>
          <p:nvPr/>
        </p:nvSpPr>
        <p:spPr>
          <a:xfrm>
            <a:off x="4000500" y="-323165"/>
            <a:ext cx="328936" cy="646331"/>
          </a:xfrm>
          <a:prstGeom prst="rect">
            <a:avLst/>
          </a:prstGeom>
          <a:noFill/>
          <a:ln>
            <a:noFill/>
          </a:ln>
        </p:spPr>
        <p:txBody>
          <a:bodyPr anchorCtr="0" anchor="ctr" bIns="45700" lIns="91425" spcFirstLastPara="1" rIns="91425" wrap="square" tIns="45700">
            <a:noAutofit/>
          </a:bodyPr>
          <a:lstStyle/>
          <a:p>
            <a:pPr indent="-114300" lvl="0" marL="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t>
            </a:r>
            <a:endParaRPr/>
          </a:p>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Sustainable Development Goals | Elementary Education | Government Of Assam,  India" id="109" name="Google Shape;109;p14"/>
          <p:cNvPicPr preferRelativeResize="0"/>
          <p:nvPr/>
        </p:nvPicPr>
        <p:blipFill rotWithShape="1">
          <a:blip r:embed="rId3">
            <a:alphaModFix/>
          </a:blip>
          <a:srcRect b="0" l="0" r="0" t="0"/>
          <a:stretch/>
        </p:blipFill>
        <p:spPr>
          <a:xfrm>
            <a:off x="1143000" y="4711596"/>
            <a:ext cx="16840200" cy="5435294"/>
          </a:xfrm>
          <a:prstGeom prst="rect">
            <a:avLst/>
          </a:prstGeom>
          <a:noFill/>
          <a:ln>
            <a:noFill/>
          </a:ln>
        </p:spPr>
      </p:pic>
      <p:sp>
        <p:nvSpPr>
          <p:cNvPr id="110" name="Google Shape;110;p14"/>
          <p:cNvSpPr txBox="1"/>
          <p:nvPr/>
        </p:nvSpPr>
        <p:spPr>
          <a:xfrm>
            <a:off x="990600" y="878750"/>
            <a:ext cx="12877800" cy="939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5500">
                <a:solidFill>
                  <a:schemeClr val="dk1"/>
                </a:solidFill>
                <a:latin typeface="Calibri"/>
                <a:ea typeface="Calibri"/>
                <a:cs typeface="Calibri"/>
                <a:sym typeface="Calibri"/>
              </a:rPr>
              <a:t>PROBLEM STATEMENT</a:t>
            </a:r>
            <a:endParaRPr b="1" sz="55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5"/>
          <p:cNvSpPr/>
          <p:nvPr/>
        </p:nvSpPr>
        <p:spPr>
          <a:xfrm>
            <a:off x="6309360" y="8244840"/>
            <a:ext cx="11399520" cy="1722120"/>
          </a:xfrm>
          <a:prstGeom prst="rect">
            <a:avLst/>
          </a:prstGeom>
          <a:solidFill>
            <a:schemeClr val="lt1"/>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116" name="Google Shape;116;p15"/>
          <p:cNvSpPr/>
          <p:nvPr/>
        </p:nvSpPr>
        <p:spPr>
          <a:xfrm>
            <a:off x="-1" y="396241"/>
            <a:ext cx="972000" cy="9890760"/>
          </a:xfrm>
          <a:prstGeom prst="rect">
            <a:avLst/>
          </a:prstGeom>
          <a:solidFill>
            <a:schemeClr val="lt1"/>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117" name="Google Shape;117;p15"/>
          <p:cNvSpPr txBox="1"/>
          <p:nvPr>
            <p:ph type="title"/>
          </p:nvPr>
        </p:nvSpPr>
        <p:spPr>
          <a:xfrm>
            <a:off x="0" y="545050"/>
            <a:ext cx="18008100" cy="615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sz="4000">
                <a:latin typeface="Calibri"/>
                <a:ea typeface="Calibri"/>
                <a:cs typeface="Calibri"/>
                <a:sym typeface="Calibri"/>
              </a:rPr>
              <a:t>Turkey’s SDG Progress (2005-2015): Highest Growth with an Average Rate of 2.36 </a:t>
            </a:r>
            <a:endParaRPr b="1" sz="4800">
              <a:solidFill>
                <a:srgbClr val="0C0C0C"/>
              </a:solidFill>
              <a:latin typeface="Calibri"/>
              <a:ea typeface="Calibri"/>
              <a:cs typeface="Calibri"/>
              <a:sym typeface="Calibri"/>
            </a:endParaRPr>
          </a:p>
        </p:txBody>
      </p:sp>
      <p:sp>
        <p:nvSpPr>
          <p:cNvPr id="118" name="Google Shape;118;p15"/>
          <p:cNvSpPr txBox="1"/>
          <p:nvPr>
            <p:ph idx="1" type="body"/>
          </p:nvPr>
        </p:nvSpPr>
        <p:spPr>
          <a:xfrm>
            <a:off x="114946" y="1325834"/>
            <a:ext cx="5027700" cy="10436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3000">
                <a:latin typeface="Calibri"/>
                <a:ea typeface="Calibri"/>
                <a:cs typeface="Calibri"/>
                <a:sym typeface="Calibri"/>
              </a:rPr>
              <a:t>Why Turkey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42900" lvl="0" marL="342900" rtl="0" algn="l">
              <a:spcBef>
                <a:spcPts val="0"/>
              </a:spcBef>
              <a:spcAft>
                <a:spcPts val="0"/>
              </a:spcAft>
              <a:buClr>
                <a:srgbClr val="2F2F2F"/>
              </a:buClr>
              <a:buSzPts val="2000"/>
              <a:buFont typeface="Noto Sans Symbols"/>
              <a:buChar char="❖"/>
            </a:pPr>
            <a:r>
              <a:rPr b="1" lang="en-US" sz="2000">
                <a:latin typeface="Arial"/>
                <a:ea typeface="Arial"/>
                <a:cs typeface="Arial"/>
                <a:sym typeface="Arial"/>
              </a:rPr>
              <a:t>A Practical Example for India’s Growth</a:t>
            </a:r>
            <a:r>
              <a:rPr lang="en-US" sz="1800">
                <a:latin typeface="Arial"/>
                <a:ea typeface="Arial"/>
                <a:cs typeface="Arial"/>
                <a:sym typeface="Arial"/>
              </a:rPr>
              <a:t>: Turkey’s impressive progress from Cluster 2 to Cluster 1 offers a </a:t>
            </a:r>
            <a:r>
              <a:rPr b="1" lang="en-US" sz="1800">
                <a:latin typeface="Arial"/>
                <a:ea typeface="Arial"/>
                <a:cs typeface="Arial"/>
                <a:sym typeface="Arial"/>
              </a:rPr>
              <a:t>strong reference point for India,</a:t>
            </a:r>
            <a:r>
              <a:rPr lang="en-US" sz="1800">
                <a:latin typeface="Arial"/>
                <a:ea typeface="Arial"/>
                <a:cs typeface="Arial"/>
                <a:sym typeface="Arial"/>
              </a:rPr>
              <a:t> showing that such a transition is achievable given their similar starting position</a:t>
            </a:r>
            <a:endParaRPr sz="1800">
              <a:latin typeface="Arial"/>
              <a:ea typeface="Arial"/>
              <a:cs typeface="Arial"/>
              <a:sym typeface="Arial"/>
            </a:endParaRPr>
          </a:p>
          <a:p>
            <a:pPr indent="0" lvl="0" marL="0" rtl="0" algn="l">
              <a:spcBef>
                <a:spcPts val="0"/>
              </a:spcBef>
              <a:spcAft>
                <a:spcPts val="0"/>
              </a:spcAft>
              <a:buNone/>
            </a:pPr>
            <a:r>
              <a:t/>
            </a:r>
            <a:endParaRPr sz="1800">
              <a:latin typeface="Arial"/>
              <a:ea typeface="Arial"/>
              <a:cs typeface="Arial"/>
              <a:sym typeface="Arial"/>
            </a:endParaRPr>
          </a:p>
          <a:p>
            <a:pPr indent="-342900" lvl="0" marL="342900" rtl="0" algn="l">
              <a:spcBef>
                <a:spcPts val="0"/>
              </a:spcBef>
              <a:spcAft>
                <a:spcPts val="0"/>
              </a:spcAft>
              <a:buClr>
                <a:srgbClr val="2F2F2F"/>
              </a:buClr>
              <a:buSzPts val="2000"/>
              <a:buFont typeface="Noto Sans Symbols"/>
              <a:buChar char="❖"/>
            </a:pPr>
            <a:r>
              <a:rPr b="1" lang="en-US" sz="2000">
                <a:latin typeface="Arial"/>
                <a:ea typeface="Arial"/>
                <a:cs typeface="Arial"/>
                <a:sym typeface="Arial"/>
              </a:rPr>
              <a:t>A Standout Performer</a:t>
            </a:r>
            <a:r>
              <a:rPr lang="en-US" sz="1800">
                <a:latin typeface="Arial"/>
                <a:ea typeface="Arial"/>
                <a:cs typeface="Arial"/>
                <a:sym typeface="Arial"/>
              </a:rPr>
              <a:t>: With an impressive average growth rate of</a:t>
            </a:r>
            <a:r>
              <a:rPr b="1" lang="en-US" sz="1800">
                <a:latin typeface="Arial"/>
                <a:ea typeface="Arial"/>
                <a:cs typeface="Arial"/>
                <a:sym typeface="Arial"/>
              </a:rPr>
              <a:t> 2.36—the highest among all countries</a:t>
            </a:r>
            <a:r>
              <a:rPr lang="en-US" sz="1800">
                <a:latin typeface="Arial"/>
                <a:ea typeface="Arial"/>
                <a:cs typeface="Arial"/>
                <a:sym typeface="Arial"/>
              </a:rPr>
              <a:t>—Turkey is the top nation to have successfully moved from Cluster 2 to Cluster 1, making its progress a valuable case study for similar transitions.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cxnSp>
        <p:nvCxnSpPr>
          <p:cNvPr id="119" name="Google Shape;119;p15"/>
          <p:cNvCxnSpPr/>
          <p:nvPr/>
        </p:nvCxnSpPr>
        <p:spPr>
          <a:xfrm>
            <a:off x="5181600" y="1267877"/>
            <a:ext cx="0" cy="9019123"/>
          </a:xfrm>
          <a:prstGeom prst="straightConnector1">
            <a:avLst/>
          </a:prstGeom>
          <a:noFill/>
          <a:ln cap="flat" cmpd="sng" w="38100">
            <a:solidFill>
              <a:srgbClr val="0C0C0C"/>
            </a:solidFill>
            <a:prstDash val="solid"/>
            <a:round/>
            <a:headEnd len="sm" w="sm" type="none"/>
            <a:tailEnd len="sm" w="sm" type="none"/>
          </a:ln>
        </p:spPr>
      </p:cxnSp>
      <p:cxnSp>
        <p:nvCxnSpPr>
          <p:cNvPr id="120" name="Google Shape;120;p15"/>
          <p:cNvCxnSpPr/>
          <p:nvPr/>
        </p:nvCxnSpPr>
        <p:spPr>
          <a:xfrm>
            <a:off x="12963829" y="1222158"/>
            <a:ext cx="0" cy="9064842"/>
          </a:xfrm>
          <a:prstGeom prst="straightConnector1">
            <a:avLst/>
          </a:prstGeom>
          <a:noFill/>
          <a:ln cap="flat" cmpd="sng" w="38100">
            <a:solidFill>
              <a:srgbClr val="0C0C0C"/>
            </a:solidFill>
            <a:prstDash val="solid"/>
            <a:round/>
            <a:headEnd len="sm" w="sm" type="none"/>
            <a:tailEnd len="sm" w="sm" type="none"/>
          </a:ln>
        </p:spPr>
      </p:cxnSp>
      <p:pic>
        <p:nvPicPr>
          <p:cNvPr id="121" name="Google Shape;121;p15"/>
          <p:cNvPicPr preferRelativeResize="0"/>
          <p:nvPr/>
        </p:nvPicPr>
        <p:blipFill rotWithShape="1">
          <a:blip r:embed="rId3">
            <a:alphaModFix/>
          </a:blip>
          <a:srcRect b="0" l="0" r="0" t="0"/>
          <a:stretch/>
        </p:blipFill>
        <p:spPr>
          <a:xfrm>
            <a:off x="5410198" y="1936958"/>
            <a:ext cx="7420899" cy="4906294"/>
          </a:xfrm>
          <a:prstGeom prst="rect">
            <a:avLst/>
          </a:prstGeom>
          <a:noFill/>
          <a:ln>
            <a:noFill/>
          </a:ln>
        </p:spPr>
      </p:pic>
      <p:pic>
        <p:nvPicPr>
          <p:cNvPr id="122" name="Google Shape;122;p15"/>
          <p:cNvPicPr preferRelativeResize="0"/>
          <p:nvPr/>
        </p:nvPicPr>
        <p:blipFill rotWithShape="1">
          <a:blip r:embed="rId4">
            <a:alphaModFix/>
          </a:blip>
          <a:srcRect b="0" l="0" r="0" t="0"/>
          <a:stretch/>
        </p:blipFill>
        <p:spPr>
          <a:xfrm>
            <a:off x="76091" y="1936958"/>
            <a:ext cx="5027799" cy="4316358"/>
          </a:xfrm>
          <a:prstGeom prst="rect">
            <a:avLst/>
          </a:prstGeom>
          <a:noFill/>
          <a:ln>
            <a:noFill/>
          </a:ln>
        </p:spPr>
      </p:pic>
      <p:sp>
        <p:nvSpPr>
          <p:cNvPr id="123" name="Google Shape;123;p15"/>
          <p:cNvSpPr txBox="1"/>
          <p:nvPr/>
        </p:nvSpPr>
        <p:spPr>
          <a:xfrm>
            <a:off x="5199553" y="1325834"/>
            <a:ext cx="7686600" cy="8496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3000">
                <a:latin typeface="Calibri"/>
                <a:ea typeface="Calibri"/>
                <a:cs typeface="Calibri"/>
                <a:sym typeface="Calibri"/>
              </a:rPr>
              <a:t>Overall growth of countries from 2005 to 2015</a:t>
            </a:r>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latin typeface="Calibri"/>
              <a:ea typeface="Calibri"/>
              <a:cs typeface="Calibri"/>
              <a:sym typeface="Calibri"/>
            </a:endParaRPr>
          </a:p>
          <a:p>
            <a:pPr indent="-285750" lvl="0" marL="285750" rtl="0" algn="l">
              <a:spcBef>
                <a:spcPts val="0"/>
              </a:spcBef>
              <a:spcAft>
                <a:spcPts val="0"/>
              </a:spcAft>
              <a:buSzPts val="1800"/>
              <a:buFont typeface="Noto Sans Symbols"/>
              <a:buChar char="❖"/>
            </a:pPr>
            <a:r>
              <a:rPr lang="en-US" sz="1800">
                <a:latin typeface="Arial"/>
                <a:ea typeface="Arial"/>
                <a:cs typeface="Arial"/>
                <a:sym typeface="Arial"/>
              </a:rPr>
              <a:t>This world map visualization represents the overall progress of countries between 2005 and 2015. The color gradient, ranging from blue (low progress) to red (high progress), indicates the level of improvement in sustainable development or economic indicators during this period</a:t>
            </a:r>
            <a:endParaRPr/>
          </a:p>
          <a:p>
            <a:pPr indent="-171450" lvl="0" marL="285750" rtl="0" algn="l">
              <a:spcBef>
                <a:spcPts val="0"/>
              </a:spcBef>
              <a:spcAft>
                <a:spcPts val="0"/>
              </a:spcAft>
              <a:buSzPts val="1800"/>
              <a:buFont typeface="Noto Sans Symbols"/>
              <a:buNone/>
            </a:pPr>
            <a:r>
              <a:t/>
            </a:r>
            <a:endParaRPr sz="1800">
              <a:latin typeface="Calibri"/>
              <a:ea typeface="Calibri"/>
              <a:cs typeface="Calibri"/>
              <a:sym typeface="Calibri"/>
            </a:endParaRPr>
          </a:p>
          <a:p>
            <a:pPr indent="-285750" lvl="0" marL="285750" rtl="0" algn="l">
              <a:spcBef>
                <a:spcPts val="0"/>
              </a:spcBef>
              <a:spcAft>
                <a:spcPts val="0"/>
              </a:spcAft>
              <a:buSzPts val="1800"/>
              <a:buFont typeface="Noto Sans Symbols"/>
              <a:buChar char="❖"/>
            </a:pPr>
            <a:r>
              <a:rPr lang="en-US" sz="1800">
                <a:latin typeface="Arial"/>
                <a:ea typeface="Arial"/>
                <a:cs typeface="Arial"/>
                <a:sym typeface="Arial"/>
              </a:rPr>
              <a:t>Turkey stands out with the highest progress (highlighted in dark red), suggesting significant advancements in key indicators</a:t>
            </a:r>
            <a:endParaRPr/>
          </a:p>
          <a:p>
            <a:pPr indent="0" lvl="0" marL="0" rtl="0" algn="l">
              <a:spcBef>
                <a:spcPts val="0"/>
              </a:spcBef>
              <a:spcAft>
                <a:spcPts val="0"/>
              </a:spcAft>
              <a:buNone/>
            </a:pPr>
            <a:r>
              <a:t/>
            </a:r>
            <a:endParaRPr sz="1800">
              <a:latin typeface="Calibri"/>
              <a:ea typeface="Calibri"/>
              <a:cs typeface="Calibri"/>
              <a:sym typeface="Calibri"/>
            </a:endParaRPr>
          </a:p>
        </p:txBody>
      </p:sp>
      <p:pic>
        <p:nvPicPr>
          <p:cNvPr id="124" name="Google Shape;124;p15"/>
          <p:cNvPicPr preferRelativeResize="0"/>
          <p:nvPr/>
        </p:nvPicPr>
        <p:blipFill rotWithShape="1">
          <a:blip r:embed="rId5">
            <a:alphaModFix/>
          </a:blip>
          <a:srcRect b="0" l="0" r="0" t="0"/>
          <a:stretch/>
        </p:blipFill>
        <p:spPr>
          <a:xfrm>
            <a:off x="13059491" y="2291506"/>
            <a:ext cx="5189008" cy="3504609"/>
          </a:xfrm>
          <a:prstGeom prst="rect">
            <a:avLst/>
          </a:prstGeom>
          <a:noFill/>
          <a:ln>
            <a:noFill/>
          </a:ln>
        </p:spPr>
      </p:pic>
      <p:sp>
        <p:nvSpPr>
          <p:cNvPr id="125" name="Google Shape;125;p15"/>
          <p:cNvSpPr txBox="1"/>
          <p:nvPr/>
        </p:nvSpPr>
        <p:spPr>
          <a:xfrm>
            <a:off x="13030196" y="1286075"/>
            <a:ext cx="5189100" cy="14022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3000">
                <a:latin typeface="Calibri"/>
                <a:ea typeface="Calibri"/>
                <a:cs typeface="Calibri"/>
                <a:sym typeface="Calibri"/>
              </a:rPr>
              <a:t>Top performing indicators of Turkey</a:t>
            </a:r>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1900" u="sng">
              <a:latin typeface="Calibri"/>
              <a:ea typeface="Calibri"/>
              <a:cs typeface="Calibri"/>
              <a:sym typeface="Calibri"/>
            </a:endParaRPr>
          </a:p>
          <a:p>
            <a:pPr indent="-342900" lvl="0" marL="457200" rtl="0" algn="l">
              <a:lnSpc>
                <a:spcPct val="115000"/>
              </a:lnSpc>
              <a:spcBef>
                <a:spcPts val="1200"/>
              </a:spcBef>
              <a:spcAft>
                <a:spcPts val="0"/>
              </a:spcAft>
              <a:buSzPts val="1800"/>
              <a:buFont typeface="Noto Sans Symbols"/>
              <a:buChar char="❖"/>
            </a:pPr>
            <a:r>
              <a:rPr b="1" lang="en-US" sz="1900">
                <a:solidFill>
                  <a:schemeClr val="dk1"/>
                </a:solidFill>
              </a:rPr>
              <a:t>Educational and Digital Advancements</a:t>
            </a:r>
            <a:r>
              <a:rPr b="1" lang="en-US" sz="1800">
                <a:solidFill>
                  <a:schemeClr val="dk1"/>
                </a:solidFill>
              </a:rPr>
              <a:t>:</a:t>
            </a:r>
            <a:r>
              <a:rPr lang="en-US" sz="1800">
                <a:solidFill>
                  <a:schemeClr val="dk1"/>
                </a:solidFill>
              </a:rPr>
              <a:t> Turkey has significantly improved school enrollment, especially for females, while expanding internet access, driving human capital development and digital transformation.</a:t>
            </a:r>
            <a:endParaRPr sz="1800">
              <a:solidFill>
                <a:schemeClr val="dk1"/>
              </a:solidFill>
            </a:endParaRPr>
          </a:p>
          <a:p>
            <a:pPr indent="-342900" lvl="0" marL="457200" rtl="0" algn="l">
              <a:lnSpc>
                <a:spcPct val="115000"/>
              </a:lnSpc>
              <a:spcBef>
                <a:spcPts val="0"/>
              </a:spcBef>
              <a:spcAft>
                <a:spcPts val="0"/>
              </a:spcAft>
              <a:buSzPts val="1800"/>
              <a:buFont typeface="Noto Sans Symbols"/>
              <a:buChar char="❖"/>
            </a:pPr>
            <a:r>
              <a:rPr b="1" lang="en-US" sz="1900">
                <a:solidFill>
                  <a:schemeClr val="dk1"/>
                </a:solidFill>
              </a:rPr>
              <a:t>Sustainability and Innovation Growth</a:t>
            </a:r>
            <a:r>
              <a:rPr b="1" lang="en-US" sz="1800">
                <a:solidFill>
                  <a:schemeClr val="dk1"/>
                </a:solidFill>
              </a:rPr>
              <a:t>:</a:t>
            </a:r>
            <a:r>
              <a:rPr lang="en-US" sz="1800">
                <a:solidFill>
                  <a:schemeClr val="dk1"/>
                </a:solidFill>
              </a:rPr>
              <a:t> Improvements in food production, sanitation, and scientific research highlight Turkey’s focus on better living standards, innovation, and sustainability.</a:t>
            </a:r>
            <a:endParaRPr sz="1800">
              <a:solidFill>
                <a:schemeClr val="dk1"/>
              </a:solidFill>
            </a:endParaRPr>
          </a:p>
          <a:p>
            <a:pPr indent="0" lvl="0" marL="457200" rtl="0" algn="l">
              <a:spcBef>
                <a:spcPts val="1200"/>
              </a:spcBef>
              <a:spcAft>
                <a:spcPts val="0"/>
              </a:spcAft>
              <a:buNone/>
            </a:pPr>
            <a:r>
              <a:t/>
            </a:r>
            <a:endParaRPr b="1" sz="1800"/>
          </a:p>
          <a:p>
            <a:pPr indent="0" lvl="0" marL="0" rtl="0" algn="l">
              <a:spcBef>
                <a:spcPts val="0"/>
              </a:spcBef>
              <a:spcAft>
                <a:spcPts val="0"/>
              </a:spcAft>
              <a:buNone/>
            </a:pPr>
            <a:r>
              <a:rPr lang="en-US" sz="1800"/>
              <a:t>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a:p>
            <a:pPr indent="0" lvl="0" marL="0" rtl="0" algn="l">
              <a:spcBef>
                <a:spcPts val="0"/>
              </a:spcBef>
              <a:spcAft>
                <a:spcPts val="0"/>
              </a:spcAft>
              <a:buNone/>
            </a:pPr>
            <a:r>
              <a:t/>
            </a:r>
            <a:endParaRPr b="1" sz="3000" u="sng">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6"/>
          <p:cNvSpPr/>
          <p:nvPr/>
        </p:nvSpPr>
        <p:spPr>
          <a:xfrm>
            <a:off x="0" y="492057"/>
            <a:ext cx="996072" cy="9794943"/>
          </a:xfrm>
          <a:prstGeom prst="rect">
            <a:avLst/>
          </a:prstGeom>
          <a:solidFill>
            <a:schemeClr val="lt1"/>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descr="Sustainable Development Goals | Elementary Education | Government Of Assam,  India" id="131" name="Google Shape;131;p16"/>
          <p:cNvPicPr preferRelativeResize="0"/>
          <p:nvPr/>
        </p:nvPicPr>
        <p:blipFill rotWithShape="1">
          <a:blip r:embed="rId3">
            <a:alphaModFix/>
          </a:blip>
          <a:srcRect b="69803" l="367" r="84834" t="3177"/>
          <a:stretch/>
        </p:blipFill>
        <p:spPr>
          <a:xfrm>
            <a:off x="197935" y="1804732"/>
            <a:ext cx="4209812" cy="1474514"/>
          </a:xfrm>
          <a:prstGeom prst="rect">
            <a:avLst/>
          </a:prstGeom>
          <a:noFill/>
          <a:ln>
            <a:noFill/>
          </a:ln>
        </p:spPr>
      </p:pic>
      <p:pic>
        <p:nvPicPr>
          <p:cNvPr descr="Sustainable Development Goals | Elementary Education | Government Of Assam,  India" id="132" name="Google Shape;132;p16"/>
          <p:cNvPicPr preferRelativeResize="0"/>
          <p:nvPr/>
        </p:nvPicPr>
        <p:blipFill rotWithShape="1">
          <a:blip r:embed="rId3">
            <a:alphaModFix/>
          </a:blip>
          <a:srcRect b="67866" l="50783" r="33661" t="2442"/>
          <a:stretch/>
        </p:blipFill>
        <p:spPr>
          <a:xfrm>
            <a:off x="9169062" y="1786434"/>
            <a:ext cx="3936720" cy="1474514"/>
          </a:xfrm>
          <a:prstGeom prst="rect">
            <a:avLst/>
          </a:prstGeom>
          <a:noFill/>
          <a:ln>
            <a:noFill/>
          </a:ln>
        </p:spPr>
      </p:pic>
      <p:pic>
        <p:nvPicPr>
          <p:cNvPr descr="Sustainable Development Goals | Elementary Education | Government Of Assam,  India" id="133" name="Google Shape;133;p16"/>
          <p:cNvPicPr preferRelativeResize="0"/>
          <p:nvPr/>
        </p:nvPicPr>
        <p:blipFill rotWithShape="1">
          <a:blip r:embed="rId3">
            <a:alphaModFix/>
          </a:blip>
          <a:srcRect b="68481" l="33941" r="50791" t="3392"/>
          <a:stretch/>
        </p:blipFill>
        <p:spPr>
          <a:xfrm>
            <a:off x="4750208" y="1782325"/>
            <a:ext cx="3886528" cy="1496920"/>
          </a:xfrm>
          <a:prstGeom prst="rect">
            <a:avLst/>
          </a:prstGeom>
          <a:noFill/>
          <a:ln>
            <a:noFill/>
          </a:ln>
        </p:spPr>
      </p:pic>
      <p:pic>
        <p:nvPicPr>
          <p:cNvPr descr="Sustainable Development Goals | Elementary Education | Government Of Assam,  India" id="134" name="Google Shape;134;p16"/>
          <p:cNvPicPr preferRelativeResize="0"/>
          <p:nvPr/>
        </p:nvPicPr>
        <p:blipFill rotWithShape="1">
          <a:blip r:embed="rId3">
            <a:alphaModFix/>
          </a:blip>
          <a:srcRect b="35827" l="33776" r="50665" t="34482"/>
          <a:stretch/>
        </p:blipFill>
        <p:spPr>
          <a:xfrm>
            <a:off x="13707987" y="1786436"/>
            <a:ext cx="4027686" cy="1459640"/>
          </a:xfrm>
          <a:prstGeom prst="rect">
            <a:avLst/>
          </a:prstGeom>
          <a:noFill/>
          <a:ln>
            <a:noFill/>
          </a:ln>
        </p:spPr>
      </p:pic>
      <p:cxnSp>
        <p:nvCxnSpPr>
          <p:cNvPr id="135" name="Google Shape;135;p16"/>
          <p:cNvCxnSpPr/>
          <p:nvPr/>
        </p:nvCxnSpPr>
        <p:spPr>
          <a:xfrm>
            <a:off x="4548335" y="1779989"/>
            <a:ext cx="1879" cy="8507012"/>
          </a:xfrm>
          <a:prstGeom prst="straightConnector1">
            <a:avLst/>
          </a:prstGeom>
          <a:noFill/>
          <a:ln cap="flat" cmpd="sng" w="50800">
            <a:solidFill>
              <a:srgbClr val="0C0C0C"/>
            </a:solidFill>
            <a:prstDash val="solid"/>
            <a:round/>
            <a:headEnd len="sm" w="sm" type="none"/>
            <a:tailEnd len="sm" w="sm" type="none"/>
          </a:ln>
        </p:spPr>
      </p:cxnSp>
      <p:sp>
        <p:nvSpPr>
          <p:cNvPr id="136" name="Google Shape;136;p16"/>
          <p:cNvSpPr txBox="1"/>
          <p:nvPr>
            <p:ph type="title"/>
          </p:nvPr>
        </p:nvSpPr>
        <p:spPr>
          <a:xfrm>
            <a:off x="75793" y="492057"/>
            <a:ext cx="18212207" cy="677013"/>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sz="4400">
                <a:solidFill>
                  <a:srgbClr val="0C0C0C"/>
                </a:solidFill>
                <a:latin typeface="Calibri"/>
                <a:ea typeface="Calibri"/>
                <a:cs typeface="Calibri"/>
                <a:sym typeface="Calibri"/>
              </a:rPr>
              <a:t>Turkey's Decade of Transformation: Key policies driving growth (2005-2015)</a:t>
            </a:r>
            <a:endParaRPr b="1" sz="4400">
              <a:solidFill>
                <a:srgbClr val="0C0C0C"/>
              </a:solidFill>
              <a:latin typeface="Calibri"/>
              <a:ea typeface="Calibri"/>
              <a:cs typeface="Calibri"/>
              <a:sym typeface="Calibri"/>
            </a:endParaRPr>
          </a:p>
        </p:txBody>
      </p:sp>
      <p:sp>
        <p:nvSpPr>
          <p:cNvPr id="137" name="Google Shape;137;p16"/>
          <p:cNvSpPr txBox="1"/>
          <p:nvPr/>
        </p:nvSpPr>
        <p:spPr>
          <a:xfrm>
            <a:off x="0" y="1083670"/>
            <a:ext cx="17232665" cy="584681"/>
          </a:xfrm>
          <a:prstGeom prst="rect">
            <a:avLst/>
          </a:prstGeom>
          <a:noFill/>
          <a:ln>
            <a:noFill/>
          </a:ln>
        </p:spPr>
        <p:txBody>
          <a:bodyPr anchorCtr="0" anchor="t" bIns="45725" lIns="91425" spcFirstLastPara="1" rIns="91425" wrap="square" tIns="45725">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Turkey has shown significant development in these key indicators as evident from the graph</a:t>
            </a:r>
            <a:endParaRPr sz="3200">
              <a:solidFill>
                <a:srgbClr val="000000"/>
              </a:solidFill>
              <a:latin typeface="Calibri"/>
              <a:ea typeface="Calibri"/>
              <a:cs typeface="Calibri"/>
              <a:sym typeface="Calibri"/>
            </a:endParaRPr>
          </a:p>
        </p:txBody>
      </p:sp>
      <p:sp>
        <p:nvSpPr>
          <p:cNvPr id="138" name="Google Shape;138;p16"/>
          <p:cNvSpPr txBox="1"/>
          <p:nvPr/>
        </p:nvSpPr>
        <p:spPr>
          <a:xfrm>
            <a:off x="75794" y="6252975"/>
            <a:ext cx="4349273" cy="3647152"/>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b="1" lang="en-US" sz="2400" u="sng">
                <a:solidFill>
                  <a:srgbClr val="76923C"/>
                </a:solidFill>
                <a:latin typeface="Calibri"/>
                <a:ea typeface="Calibri"/>
                <a:cs typeface="Calibri"/>
                <a:sym typeface="Calibri"/>
              </a:rPr>
              <a:t>POLICIES:</a:t>
            </a:r>
            <a:endParaRPr sz="2100"/>
          </a:p>
          <a:p>
            <a:pPr indent="0" lvl="0" marL="0" marR="0" rtl="0" algn="l">
              <a:spcBef>
                <a:spcPts val="0"/>
              </a:spcBef>
              <a:spcAft>
                <a:spcPts val="0"/>
              </a:spcAft>
              <a:buNone/>
            </a:pPr>
            <a:r>
              <a:t/>
            </a:r>
            <a:endParaRPr b="1" sz="2400" u="sng">
              <a:solidFill>
                <a:srgbClr val="76923C"/>
              </a:solidFill>
              <a:latin typeface="Calibri"/>
              <a:ea typeface="Calibri"/>
              <a:cs typeface="Calibri"/>
              <a:sym typeface="Calibri"/>
            </a:endParaRPr>
          </a:p>
          <a:p>
            <a:pPr indent="-292100" lvl="0" marL="292100" marR="0" rtl="0" algn="l">
              <a:spcBef>
                <a:spcPts val="0"/>
              </a:spcBef>
              <a:spcAft>
                <a:spcPts val="0"/>
              </a:spcAft>
              <a:buClr>
                <a:srgbClr val="000000"/>
              </a:buClr>
              <a:buSzPts val="1800"/>
              <a:buFont typeface="Noto Sans Symbols"/>
              <a:buChar char="❖"/>
            </a:pPr>
            <a:r>
              <a:rPr b="1" lang="en-US" sz="1800" u="sng">
                <a:solidFill>
                  <a:srgbClr val="000000"/>
                </a:solidFill>
                <a:latin typeface="Arial"/>
                <a:ea typeface="Arial"/>
                <a:cs typeface="Arial"/>
                <a:sym typeface="Arial"/>
              </a:rPr>
              <a:t>Green Card Program</a:t>
            </a:r>
            <a:r>
              <a:rPr lang="en-US" sz="1800">
                <a:solidFill>
                  <a:srgbClr val="000000"/>
                </a:solidFill>
                <a:latin typeface="Arial"/>
                <a:ea typeface="Arial"/>
                <a:cs typeface="Arial"/>
                <a:sym typeface="Arial"/>
              </a:rPr>
              <a:t>: Introduced in </a:t>
            </a:r>
            <a:r>
              <a:rPr b="1" lang="en-US" sz="1800">
                <a:solidFill>
                  <a:srgbClr val="000000"/>
                </a:solidFill>
                <a:latin typeface="Arial"/>
                <a:ea typeface="Arial"/>
                <a:cs typeface="Arial"/>
                <a:sym typeface="Arial"/>
              </a:rPr>
              <a:t>1992</a:t>
            </a:r>
            <a:r>
              <a:rPr lang="en-US" sz="1800">
                <a:solidFill>
                  <a:srgbClr val="000000"/>
                </a:solidFill>
                <a:latin typeface="Arial"/>
                <a:ea typeface="Arial"/>
                <a:cs typeface="Arial"/>
                <a:sym typeface="Arial"/>
              </a:rPr>
              <a:t> and expanded in </a:t>
            </a:r>
            <a:r>
              <a:rPr b="1" lang="en-US" sz="1800">
                <a:solidFill>
                  <a:srgbClr val="000000"/>
                </a:solidFill>
                <a:latin typeface="Arial"/>
                <a:ea typeface="Arial"/>
                <a:cs typeface="Arial"/>
                <a:sym typeface="Arial"/>
              </a:rPr>
              <a:t>2008</a:t>
            </a:r>
            <a:r>
              <a:rPr lang="en-US" sz="1800">
                <a:solidFill>
                  <a:srgbClr val="000000"/>
                </a:solidFill>
                <a:latin typeface="Arial"/>
                <a:ea typeface="Arial"/>
                <a:cs typeface="Arial"/>
                <a:sym typeface="Arial"/>
              </a:rPr>
              <a:t>, this program provided free healthcare to low-income individuals without social security coverage. </a:t>
            </a:r>
            <a:endParaRPr sz="2100"/>
          </a:p>
          <a:p>
            <a:pPr indent="-292100" lvl="0" marL="292100" marR="0" rtl="0" algn="l">
              <a:spcBef>
                <a:spcPts val="0"/>
              </a:spcBef>
              <a:spcAft>
                <a:spcPts val="0"/>
              </a:spcAft>
              <a:buClr>
                <a:srgbClr val="000000"/>
              </a:buClr>
              <a:buSzPts val="1800"/>
              <a:buFont typeface="Noto Sans Symbols"/>
              <a:buChar char="❖"/>
            </a:pPr>
            <a:r>
              <a:rPr b="1" lang="en-US" sz="1800" u="sng">
                <a:solidFill>
                  <a:srgbClr val="000000"/>
                </a:solidFill>
                <a:latin typeface="Arial"/>
                <a:ea typeface="Arial"/>
                <a:cs typeface="Arial"/>
                <a:sym typeface="Arial"/>
              </a:rPr>
              <a:t>Labour Market Reforms</a:t>
            </a:r>
            <a:r>
              <a:rPr lang="en-US" sz="1800">
                <a:solidFill>
                  <a:srgbClr val="000000"/>
                </a:solidFill>
                <a:latin typeface="Arial"/>
                <a:ea typeface="Arial"/>
                <a:cs typeface="Arial"/>
                <a:sym typeface="Arial"/>
              </a:rPr>
              <a:t>: Higher labour earnings and increased employment rates among poor households were significant drivers of poverty </a:t>
            </a:r>
            <a:r>
              <a:rPr b="1" lang="en-US" sz="1800">
                <a:solidFill>
                  <a:srgbClr val="000000"/>
                </a:solidFill>
                <a:latin typeface="Arial"/>
                <a:ea typeface="Arial"/>
                <a:cs typeface="Arial"/>
                <a:sym typeface="Arial"/>
              </a:rPr>
              <a:t>reduction</a:t>
            </a:r>
            <a:r>
              <a:rPr lang="en-US" sz="1800">
                <a:solidFill>
                  <a:srgbClr val="000000"/>
                </a:solidFill>
                <a:latin typeface="Arial"/>
                <a:ea typeface="Arial"/>
                <a:cs typeface="Arial"/>
                <a:sym typeface="Arial"/>
              </a:rPr>
              <a:t> during the 2000s.</a:t>
            </a:r>
            <a:endParaRPr sz="1800">
              <a:solidFill>
                <a:srgbClr val="000000"/>
              </a:solidFill>
              <a:latin typeface="Arial"/>
              <a:ea typeface="Arial"/>
              <a:cs typeface="Arial"/>
              <a:sym typeface="Arial"/>
            </a:endParaRPr>
          </a:p>
        </p:txBody>
      </p:sp>
      <p:sp>
        <p:nvSpPr>
          <p:cNvPr id="139" name="Google Shape;139;p16"/>
          <p:cNvSpPr/>
          <p:nvPr/>
        </p:nvSpPr>
        <p:spPr>
          <a:xfrm>
            <a:off x="7010400" y="8648700"/>
            <a:ext cx="10395176" cy="923329"/>
          </a:xfrm>
          <a:prstGeom prst="rect">
            <a:avLst/>
          </a:prstGeom>
          <a:solidFill>
            <a:schemeClr val="lt1"/>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40" name="Google Shape;140;p16"/>
          <p:cNvSpPr/>
          <p:nvPr/>
        </p:nvSpPr>
        <p:spPr>
          <a:xfrm>
            <a:off x="15240002" y="9410700"/>
            <a:ext cx="2380445" cy="542329"/>
          </a:xfrm>
          <a:prstGeom prst="ellipse">
            <a:avLst/>
          </a:prstGeom>
          <a:solidFill>
            <a:schemeClr val="lt1"/>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41" name="Google Shape;141;p16"/>
          <p:cNvSpPr txBox="1"/>
          <p:nvPr/>
        </p:nvSpPr>
        <p:spPr>
          <a:xfrm>
            <a:off x="4624971" y="6235631"/>
            <a:ext cx="4279787" cy="3769878"/>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b="1" lang="en-US" sz="2400" u="sng">
                <a:solidFill>
                  <a:srgbClr val="76923C"/>
                </a:solidFill>
                <a:latin typeface="Calibri"/>
                <a:ea typeface="Calibri"/>
                <a:cs typeface="Calibri"/>
                <a:sym typeface="Calibri"/>
              </a:rPr>
              <a:t>POLICIES</a:t>
            </a:r>
            <a:r>
              <a:rPr b="1" lang="en-US" sz="2400" u="sng">
                <a:solidFill>
                  <a:srgbClr val="938953"/>
                </a:solidFill>
                <a:latin typeface="Calibri"/>
                <a:ea typeface="Calibri"/>
                <a:cs typeface="Calibri"/>
                <a:sym typeface="Calibri"/>
              </a:rPr>
              <a:t>:</a:t>
            </a:r>
            <a:endParaRPr sz="2100"/>
          </a:p>
          <a:p>
            <a:pPr indent="0" lvl="0" marL="0" marR="0" rtl="0" algn="l">
              <a:spcBef>
                <a:spcPts val="0"/>
              </a:spcBef>
              <a:spcAft>
                <a:spcPts val="0"/>
              </a:spcAft>
              <a:buNone/>
            </a:pPr>
            <a:r>
              <a:t/>
            </a:r>
            <a:endParaRPr b="1" sz="2400" u="sng">
              <a:solidFill>
                <a:srgbClr val="938953"/>
              </a:solidFill>
              <a:latin typeface="Calibri"/>
              <a:ea typeface="Calibri"/>
              <a:cs typeface="Calibri"/>
              <a:sym typeface="Calibri"/>
            </a:endParaRPr>
          </a:p>
          <a:p>
            <a:pPr indent="-292100" lvl="0" marL="292100" marR="0" rtl="0" algn="l">
              <a:spcBef>
                <a:spcPts val="0"/>
              </a:spcBef>
              <a:spcAft>
                <a:spcPts val="0"/>
              </a:spcAft>
              <a:buClr>
                <a:srgbClr val="0C0C0C"/>
              </a:buClr>
              <a:buSzPts val="1800"/>
              <a:buFont typeface="Noto Sans Symbols"/>
              <a:buChar char="❖"/>
            </a:pPr>
            <a:r>
              <a:rPr b="1" lang="en-US" sz="1800" u="sng">
                <a:solidFill>
                  <a:srgbClr val="0C0C0C"/>
                </a:solidFill>
                <a:latin typeface="Arial"/>
                <a:ea typeface="Arial"/>
                <a:cs typeface="Arial"/>
                <a:sym typeface="Arial"/>
              </a:rPr>
              <a:t>Universal Health Insurance (UHI): </a:t>
            </a:r>
            <a:r>
              <a:rPr lang="en-US" sz="2000">
                <a:solidFill>
                  <a:srgbClr val="0C0C0C"/>
                </a:solidFill>
                <a:latin typeface="Arial"/>
                <a:ea typeface="Arial"/>
                <a:cs typeface="Arial"/>
                <a:sym typeface="Arial"/>
              </a:rPr>
              <a:t>Established in </a:t>
            </a:r>
            <a:r>
              <a:rPr b="1" lang="en-US" sz="2000">
                <a:solidFill>
                  <a:srgbClr val="0C0C0C"/>
                </a:solidFill>
                <a:latin typeface="Arial"/>
                <a:ea typeface="Arial"/>
                <a:cs typeface="Arial"/>
                <a:sym typeface="Arial"/>
              </a:rPr>
              <a:t>2008</a:t>
            </a:r>
            <a:r>
              <a:rPr lang="en-US" sz="2000">
                <a:solidFill>
                  <a:srgbClr val="0C0C0C"/>
                </a:solidFill>
                <a:latin typeface="Arial"/>
                <a:ea typeface="Arial"/>
                <a:cs typeface="Arial"/>
                <a:sym typeface="Arial"/>
              </a:rPr>
              <a:t>, UHI consolidated various insurance schemes, ensuring healthcare access for all citizens.</a:t>
            </a:r>
            <a:endParaRPr sz="2100"/>
          </a:p>
          <a:p>
            <a:pPr indent="-292100" lvl="0" marL="292100" marR="0" rtl="0" algn="l">
              <a:spcBef>
                <a:spcPts val="0"/>
              </a:spcBef>
              <a:spcAft>
                <a:spcPts val="0"/>
              </a:spcAft>
              <a:buClr>
                <a:srgbClr val="000000"/>
              </a:buClr>
              <a:buSzPts val="1800"/>
              <a:buFont typeface="Noto Sans Symbols"/>
              <a:buChar char="❖"/>
            </a:pPr>
            <a:r>
              <a:rPr b="1" lang="en-US" sz="1800" u="sng">
                <a:solidFill>
                  <a:srgbClr val="000000"/>
                </a:solidFill>
                <a:latin typeface="Arial"/>
                <a:ea typeface="Arial"/>
                <a:cs typeface="Arial"/>
                <a:sym typeface="Arial"/>
              </a:rPr>
              <a:t>Preventive Health Programs</a:t>
            </a:r>
            <a:r>
              <a:rPr lang="en-US" sz="1800">
                <a:solidFill>
                  <a:srgbClr val="000000"/>
                </a:solidFill>
                <a:latin typeface="Arial"/>
                <a:ea typeface="Arial"/>
                <a:cs typeface="Arial"/>
                <a:sym typeface="Arial"/>
              </a:rPr>
              <a:t>: Initiatives like the National Newborn Screening Program and vaccination campaigns significantly improved </a:t>
            </a:r>
            <a:r>
              <a:rPr b="1" lang="en-US" sz="1800">
                <a:solidFill>
                  <a:srgbClr val="000000"/>
                </a:solidFill>
                <a:latin typeface="Arial"/>
                <a:ea typeface="Arial"/>
                <a:cs typeface="Arial"/>
                <a:sym typeface="Arial"/>
              </a:rPr>
              <a:t>maternal and child health outcomes</a:t>
            </a:r>
            <a:r>
              <a:rPr lang="en-US" sz="1800">
                <a:solidFill>
                  <a:srgbClr val="000000"/>
                </a:solidFill>
                <a:latin typeface="Arial"/>
                <a:ea typeface="Arial"/>
                <a:cs typeface="Arial"/>
                <a:sym typeface="Arial"/>
              </a:rPr>
              <a:t>. </a:t>
            </a:r>
            <a:endParaRPr sz="1800">
              <a:solidFill>
                <a:srgbClr val="000000"/>
              </a:solidFill>
              <a:latin typeface="Arial"/>
              <a:ea typeface="Arial"/>
              <a:cs typeface="Arial"/>
              <a:sym typeface="Arial"/>
            </a:endParaRPr>
          </a:p>
        </p:txBody>
      </p:sp>
      <p:sp>
        <p:nvSpPr>
          <p:cNvPr id="142" name="Google Shape;142;p16"/>
          <p:cNvSpPr txBox="1"/>
          <p:nvPr/>
        </p:nvSpPr>
        <p:spPr>
          <a:xfrm>
            <a:off x="8981394" y="6287444"/>
            <a:ext cx="4368960" cy="4909133"/>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b="1" lang="en-US" sz="2400" u="sng">
                <a:solidFill>
                  <a:srgbClr val="76923C"/>
                </a:solidFill>
                <a:latin typeface="Calibri"/>
                <a:ea typeface="Calibri"/>
                <a:cs typeface="Calibri"/>
                <a:sym typeface="Calibri"/>
              </a:rPr>
              <a:t>POLICIES</a:t>
            </a:r>
            <a:r>
              <a:rPr b="1" lang="en-US" sz="2400" u="sng">
                <a:solidFill>
                  <a:srgbClr val="938953"/>
                </a:solidFill>
                <a:latin typeface="Calibri"/>
                <a:ea typeface="Calibri"/>
                <a:cs typeface="Calibri"/>
                <a:sym typeface="Calibri"/>
              </a:rPr>
              <a:t>:</a:t>
            </a:r>
            <a:endParaRPr sz="2100"/>
          </a:p>
          <a:p>
            <a:pPr indent="0" lvl="0" marL="0" marR="0" rtl="0" algn="l">
              <a:spcBef>
                <a:spcPts val="0"/>
              </a:spcBef>
              <a:spcAft>
                <a:spcPts val="0"/>
              </a:spcAft>
              <a:buNone/>
            </a:pPr>
            <a:r>
              <a:t/>
            </a:r>
            <a:endParaRPr b="1" sz="2400" u="sng">
              <a:solidFill>
                <a:srgbClr val="938953"/>
              </a:solidFill>
              <a:latin typeface="Calibri"/>
              <a:ea typeface="Calibri"/>
              <a:cs typeface="Calibri"/>
              <a:sym typeface="Calibri"/>
            </a:endParaRPr>
          </a:p>
          <a:p>
            <a:pPr indent="-292100" lvl="0" marL="292100" marR="0" rtl="0" algn="l">
              <a:spcBef>
                <a:spcPts val="0"/>
              </a:spcBef>
              <a:spcAft>
                <a:spcPts val="0"/>
              </a:spcAft>
              <a:buClr>
                <a:srgbClr val="0C0C0C"/>
              </a:buClr>
              <a:buSzPts val="1800"/>
              <a:buFont typeface="Noto Sans Symbols"/>
              <a:buChar char="❖"/>
            </a:pPr>
            <a:r>
              <a:rPr b="1" lang="en-US" sz="1800" u="sng">
                <a:solidFill>
                  <a:srgbClr val="0C0C0C"/>
                </a:solidFill>
                <a:latin typeface="Arial"/>
                <a:ea typeface="Arial"/>
                <a:cs typeface="Arial"/>
                <a:sym typeface="Arial"/>
              </a:rPr>
              <a:t>Extension of Compulsory Education</a:t>
            </a:r>
            <a:r>
              <a:rPr lang="en-US" sz="1800">
                <a:solidFill>
                  <a:srgbClr val="0C0C0C"/>
                </a:solidFill>
                <a:latin typeface="Arial"/>
                <a:ea typeface="Arial"/>
                <a:cs typeface="Arial"/>
                <a:sym typeface="Arial"/>
              </a:rPr>
              <a:t>: In 2012, compulsory education was extended from eight years to twelve years under the </a:t>
            </a:r>
            <a:r>
              <a:rPr b="1" lang="en-US" sz="1800">
                <a:solidFill>
                  <a:srgbClr val="0C0C0C"/>
                </a:solidFill>
                <a:latin typeface="Arial"/>
                <a:ea typeface="Arial"/>
                <a:cs typeface="Arial"/>
                <a:sym typeface="Arial"/>
              </a:rPr>
              <a:t>"4+4+4"</a:t>
            </a:r>
            <a:r>
              <a:rPr lang="en-US" sz="1800">
                <a:solidFill>
                  <a:srgbClr val="0C0C0C"/>
                </a:solidFill>
                <a:latin typeface="Arial"/>
                <a:ea typeface="Arial"/>
                <a:cs typeface="Arial"/>
                <a:sym typeface="Arial"/>
              </a:rPr>
              <a:t> system, covering primary, middle, and high school education.</a:t>
            </a:r>
            <a:endParaRPr sz="2100"/>
          </a:p>
          <a:p>
            <a:pPr indent="-292100" lvl="0" marL="292100" marR="0" rtl="0" algn="l">
              <a:spcBef>
                <a:spcPts val="0"/>
              </a:spcBef>
              <a:spcAft>
                <a:spcPts val="0"/>
              </a:spcAft>
              <a:buClr>
                <a:srgbClr val="0C0C0C"/>
              </a:buClr>
              <a:buSzPts val="1800"/>
              <a:buFont typeface="Noto Sans Symbols"/>
              <a:buChar char="❖"/>
            </a:pPr>
            <a:r>
              <a:rPr b="1" lang="en-US" sz="1800" u="sng">
                <a:solidFill>
                  <a:srgbClr val="0C0C0C"/>
                </a:solidFill>
                <a:latin typeface="Arial"/>
                <a:ea typeface="Arial"/>
                <a:cs typeface="Arial"/>
                <a:sym typeface="Arial"/>
              </a:rPr>
              <a:t>Curriculum Reforms: Since 2005, </a:t>
            </a:r>
            <a:r>
              <a:rPr lang="en-US" sz="1800">
                <a:solidFill>
                  <a:srgbClr val="0C0C0C"/>
                </a:solidFill>
                <a:latin typeface="Arial"/>
                <a:ea typeface="Arial"/>
                <a:cs typeface="Arial"/>
                <a:sym typeface="Arial"/>
              </a:rPr>
              <a:t>Turkey has shifted from a teacher-centered approach to a student-centered model emphasizing critical thinking and </a:t>
            </a:r>
            <a:r>
              <a:rPr b="1" lang="en-US" sz="1800">
                <a:solidFill>
                  <a:srgbClr val="0C0C0C"/>
                </a:solidFill>
                <a:latin typeface="Arial"/>
                <a:ea typeface="Arial"/>
                <a:cs typeface="Arial"/>
                <a:sym typeface="Arial"/>
              </a:rPr>
              <a:t>ICT integration.</a:t>
            </a:r>
            <a:endParaRPr sz="2100"/>
          </a:p>
          <a:p>
            <a:pPr indent="0" lvl="0" marL="0" marR="0" rtl="0" algn="l">
              <a:spcBef>
                <a:spcPts val="0"/>
              </a:spcBef>
              <a:spcAft>
                <a:spcPts val="0"/>
              </a:spcAft>
              <a:buNone/>
            </a:pPr>
            <a:r>
              <a:t/>
            </a:r>
            <a:endParaRPr sz="1800">
              <a:solidFill>
                <a:srgbClr val="0C0C0C"/>
              </a:solidFill>
              <a:latin typeface="Calibri"/>
              <a:ea typeface="Calibri"/>
              <a:cs typeface="Calibri"/>
              <a:sym typeface="Calibri"/>
            </a:endParaRPr>
          </a:p>
          <a:p>
            <a:pPr indent="0" lvl="0" marL="0" marR="0" rtl="0" algn="l">
              <a:spcBef>
                <a:spcPts val="0"/>
              </a:spcBef>
              <a:spcAft>
                <a:spcPts val="0"/>
              </a:spcAft>
              <a:buNone/>
            </a:pPr>
            <a:r>
              <a:t/>
            </a:r>
            <a:endParaRPr b="1" sz="2800" u="sng">
              <a:solidFill>
                <a:srgbClr val="938953"/>
              </a:solidFill>
              <a:latin typeface="Calibri"/>
              <a:ea typeface="Calibri"/>
              <a:cs typeface="Calibri"/>
              <a:sym typeface="Calibri"/>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16"/>
          <p:cNvSpPr txBox="1"/>
          <p:nvPr/>
        </p:nvSpPr>
        <p:spPr>
          <a:xfrm>
            <a:off x="13396751" y="6235629"/>
            <a:ext cx="4650300" cy="42327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b="1" lang="en-US" sz="2400" u="sng">
                <a:solidFill>
                  <a:srgbClr val="76923C"/>
                </a:solidFill>
                <a:latin typeface="Calibri"/>
                <a:ea typeface="Calibri"/>
                <a:cs typeface="Calibri"/>
                <a:sym typeface="Calibri"/>
              </a:rPr>
              <a:t>POLICIES</a:t>
            </a:r>
            <a:r>
              <a:rPr b="1" lang="en-US" sz="2400" u="sng">
                <a:solidFill>
                  <a:srgbClr val="938953"/>
                </a:solidFill>
                <a:latin typeface="Calibri"/>
                <a:ea typeface="Calibri"/>
                <a:cs typeface="Calibri"/>
                <a:sym typeface="Calibri"/>
              </a:rPr>
              <a:t>:</a:t>
            </a:r>
            <a:endParaRPr sz="2100"/>
          </a:p>
          <a:p>
            <a:pPr indent="0" lvl="0" marL="0" marR="0" rtl="0" algn="l">
              <a:spcBef>
                <a:spcPts val="0"/>
              </a:spcBef>
              <a:spcAft>
                <a:spcPts val="0"/>
              </a:spcAft>
              <a:buNone/>
            </a:pPr>
            <a:r>
              <a:t/>
            </a:r>
            <a:endParaRPr b="1" sz="2400" u="sng">
              <a:solidFill>
                <a:srgbClr val="938953"/>
              </a:solidFill>
              <a:latin typeface="Calibri"/>
              <a:ea typeface="Calibri"/>
              <a:cs typeface="Calibri"/>
              <a:sym typeface="Calibri"/>
            </a:endParaRPr>
          </a:p>
          <a:p>
            <a:pPr indent="-292100" lvl="0" marL="292100" marR="0" rtl="0" algn="l">
              <a:spcBef>
                <a:spcPts val="0"/>
              </a:spcBef>
              <a:spcAft>
                <a:spcPts val="0"/>
              </a:spcAft>
              <a:buClr>
                <a:srgbClr val="0C0C0C"/>
              </a:buClr>
              <a:buSzPts val="1800"/>
              <a:buFont typeface="Noto Sans Symbols"/>
              <a:buChar char="❖"/>
            </a:pPr>
            <a:r>
              <a:rPr b="1" lang="en-US" sz="1800" u="sng">
                <a:solidFill>
                  <a:srgbClr val="0C0C0C"/>
                </a:solidFill>
                <a:latin typeface="Arial"/>
                <a:ea typeface="Arial"/>
                <a:cs typeface="Arial"/>
                <a:sym typeface="Arial"/>
              </a:rPr>
              <a:t> R&amp;D Incentives: </a:t>
            </a:r>
            <a:r>
              <a:rPr lang="en-US" sz="1800">
                <a:solidFill>
                  <a:srgbClr val="0C0C0C"/>
                </a:solidFill>
                <a:latin typeface="Arial"/>
                <a:ea typeface="Arial"/>
                <a:cs typeface="Arial"/>
                <a:sym typeface="Arial"/>
              </a:rPr>
              <a:t>Programs like </a:t>
            </a:r>
            <a:r>
              <a:rPr b="1" lang="en-US" sz="1800">
                <a:solidFill>
                  <a:srgbClr val="0C0C0C"/>
                </a:solidFill>
                <a:latin typeface="Arial"/>
                <a:ea typeface="Arial"/>
                <a:cs typeface="Arial"/>
                <a:sym typeface="Arial"/>
              </a:rPr>
              <a:t>TUBITAK’s</a:t>
            </a:r>
            <a:r>
              <a:rPr lang="en-US" sz="1800">
                <a:solidFill>
                  <a:srgbClr val="0C0C0C"/>
                </a:solidFill>
                <a:latin typeface="Arial"/>
                <a:ea typeface="Arial"/>
                <a:cs typeface="Arial"/>
                <a:sym typeface="Arial"/>
              </a:rPr>
              <a:t> grants have supported research centers. R&amp;D expenditure as a share of GDP has increased over time.</a:t>
            </a:r>
            <a:endParaRPr sz="1800">
              <a:solidFill>
                <a:srgbClr val="0C0C0C"/>
              </a:solidFill>
              <a:latin typeface="Calibri"/>
              <a:ea typeface="Calibri"/>
              <a:cs typeface="Calibri"/>
              <a:sym typeface="Calibri"/>
            </a:endParaRPr>
          </a:p>
          <a:p>
            <a:pPr indent="-292100" lvl="0" marL="292100" marR="0" rtl="0" algn="l">
              <a:spcBef>
                <a:spcPts val="0"/>
              </a:spcBef>
              <a:spcAft>
                <a:spcPts val="0"/>
              </a:spcAft>
              <a:buClr>
                <a:srgbClr val="0C0C0C"/>
              </a:buClr>
              <a:buSzPts val="1800"/>
              <a:buFont typeface="Noto Sans Symbols"/>
              <a:buChar char="❖"/>
            </a:pPr>
            <a:r>
              <a:rPr b="1" lang="en-US" sz="1800" u="sng">
                <a:solidFill>
                  <a:srgbClr val="0C0C0C"/>
                </a:solidFill>
                <a:latin typeface="Arial"/>
                <a:ea typeface="Arial"/>
                <a:cs typeface="Arial"/>
                <a:sym typeface="Arial"/>
              </a:rPr>
              <a:t> Infrastructure Investments: </a:t>
            </a:r>
            <a:r>
              <a:rPr lang="en-US" sz="1800">
                <a:solidFill>
                  <a:srgbClr val="0C0C0C"/>
                </a:solidFill>
                <a:latin typeface="Arial"/>
                <a:ea typeface="Arial"/>
                <a:cs typeface="Arial"/>
                <a:sym typeface="Arial"/>
              </a:rPr>
              <a:t>Significant investments were made in transportation networks such as highways, tunnels, and bridges to support industrial growth.</a:t>
            </a:r>
            <a:endParaRPr sz="2100"/>
          </a:p>
          <a:p>
            <a:pPr indent="0" lvl="0" marL="0" marR="0" rtl="0" algn="l">
              <a:spcBef>
                <a:spcPts val="0"/>
              </a:spcBef>
              <a:spcAft>
                <a:spcPts val="0"/>
              </a:spcAft>
              <a:buNone/>
            </a:pPr>
            <a:r>
              <a:t/>
            </a:r>
            <a:endParaRPr b="1" sz="2800" u="sng">
              <a:solidFill>
                <a:srgbClr val="938953"/>
              </a:solidFill>
              <a:latin typeface="Calibri"/>
              <a:ea typeface="Calibri"/>
              <a:cs typeface="Calibri"/>
              <a:sym typeface="Calibri"/>
            </a:endParaRPr>
          </a:p>
          <a:p>
            <a:pPr indent="0" lvl="0" marL="0" marR="0" rtl="0" algn="l">
              <a:spcBef>
                <a:spcPts val="0"/>
              </a:spcBef>
              <a:spcAft>
                <a:spcPts val="0"/>
              </a:spcAft>
              <a:buNone/>
            </a:pPr>
            <a:r>
              <a:t/>
            </a:r>
            <a:endParaRPr b="1" sz="2800" u="sng">
              <a:solidFill>
                <a:srgbClr val="938953"/>
              </a:solidFill>
              <a:latin typeface="Calibri"/>
              <a:ea typeface="Calibri"/>
              <a:cs typeface="Calibri"/>
              <a:sym typeface="Calibri"/>
            </a:endParaRPr>
          </a:p>
        </p:txBody>
      </p:sp>
      <p:pic>
        <p:nvPicPr>
          <p:cNvPr id="144" name="Google Shape;144;p16"/>
          <p:cNvPicPr preferRelativeResize="0"/>
          <p:nvPr/>
        </p:nvPicPr>
        <p:blipFill rotWithShape="1">
          <a:blip r:embed="rId4">
            <a:alphaModFix/>
          </a:blip>
          <a:srcRect b="0" l="0" r="0" t="0"/>
          <a:stretch/>
        </p:blipFill>
        <p:spPr>
          <a:xfrm>
            <a:off x="31756" y="3346437"/>
            <a:ext cx="4375990" cy="2814650"/>
          </a:xfrm>
          <a:prstGeom prst="rect">
            <a:avLst/>
          </a:prstGeom>
          <a:noFill/>
          <a:ln>
            <a:noFill/>
          </a:ln>
        </p:spPr>
      </p:pic>
      <p:cxnSp>
        <p:nvCxnSpPr>
          <p:cNvPr id="145" name="Google Shape;145;p16"/>
          <p:cNvCxnSpPr/>
          <p:nvPr/>
        </p:nvCxnSpPr>
        <p:spPr>
          <a:xfrm>
            <a:off x="13355933" y="1804732"/>
            <a:ext cx="0" cy="8482268"/>
          </a:xfrm>
          <a:prstGeom prst="straightConnector1">
            <a:avLst/>
          </a:prstGeom>
          <a:noFill/>
          <a:ln cap="flat" cmpd="sng" w="44450">
            <a:solidFill>
              <a:srgbClr val="0C0C0C"/>
            </a:solidFill>
            <a:prstDash val="solid"/>
            <a:round/>
            <a:headEnd len="sm" w="sm" type="none"/>
            <a:tailEnd len="sm" w="sm" type="none"/>
          </a:ln>
        </p:spPr>
      </p:cxnSp>
      <p:cxnSp>
        <p:nvCxnSpPr>
          <p:cNvPr id="146" name="Google Shape;146;p16"/>
          <p:cNvCxnSpPr/>
          <p:nvPr/>
        </p:nvCxnSpPr>
        <p:spPr>
          <a:xfrm>
            <a:off x="8933528" y="1760778"/>
            <a:ext cx="33515" cy="8526222"/>
          </a:xfrm>
          <a:prstGeom prst="straightConnector1">
            <a:avLst/>
          </a:prstGeom>
          <a:noFill/>
          <a:ln cap="flat" cmpd="sng" w="38100">
            <a:solidFill>
              <a:srgbClr val="0C0C0C"/>
            </a:solidFill>
            <a:prstDash val="solid"/>
            <a:round/>
            <a:headEnd len="sm" w="sm" type="none"/>
            <a:tailEnd len="sm" w="sm" type="none"/>
          </a:ln>
        </p:spPr>
      </p:cxnSp>
      <p:pic>
        <p:nvPicPr>
          <p:cNvPr id="147" name="Google Shape;147;p16"/>
          <p:cNvPicPr preferRelativeResize="0"/>
          <p:nvPr/>
        </p:nvPicPr>
        <p:blipFill rotWithShape="1">
          <a:blip r:embed="rId5">
            <a:alphaModFix/>
          </a:blip>
          <a:srcRect b="0" l="0" r="0" t="0"/>
          <a:stretch/>
        </p:blipFill>
        <p:spPr>
          <a:xfrm>
            <a:off x="4592360" y="3375411"/>
            <a:ext cx="4204279" cy="2728442"/>
          </a:xfrm>
          <a:prstGeom prst="rect">
            <a:avLst/>
          </a:prstGeom>
          <a:noFill/>
          <a:ln>
            <a:noFill/>
          </a:ln>
        </p:spPr>
      </p:pic>
      <p:pic>
        <p:nvPicPr>
          <p:cNvPr id="148" name="Google Shape;148;p16"/>
          <p:cNvPicPr preferRelativeResize="0"/>
          <p:nvPr/>
        </p:nvPicPr>
        <p:blipFill rotWithShape="1">
          <a:blip r:embed="rId6">
            <a:alphaModFix/>
          </a:blip>
          <a:srcRect b="0" l="0" r="0" t="0"/>
          <a:stretch/>
        </p:blipFill>
        <p:spPr>
          <a:xfrm>
            <a:off x="9041799" y="3520940"/>
            <a:ext cx="4273318" cy="2630218"/>
          </a:xfrm>
          <a:prstGeom prst="rect">
            <a:avLst/>
          </a:prstGeom>
          <a:noFill/>
          <a:ln>
            <a:noFill/>
          </a:ln>
        </p:spPr>
      </p:pic>
      <p:pic>
        <p:nvPicPr>
          <p:cNvPr id="149" name="Google Shape;149;p16"/>
          <p:cNvPicPr preferRelativeResize="0"/>
          <p:nvPr/>
        </p:nvPicPr>
        <p:blipFill rotWithShape="1">
          <a:blip r:embed="rId7">
            <a:alphaModFix/>
          </a:blip>
          <a:srcRect b="0" l="0" r="0" t="0"/>
          <a:stretch/>
        </p:blipFill>
        <p:spPr>
          <a:xfrm>
            <a:off x="13565270" y="3297650"/>
            <a:ext cx="4690976" cy="270088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7"/>
          <p:cNvSpPr/>
          <p:nvPr/>
        </p:nvSpPr>
        <p:spPr>
          <a:xfrm>
            <a:off x="0" y="36475"/>
            <a:ext cx="1066800" cy="10287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155" name="Google Shape;155;p17"/>
          <p:cNvSpPr/>
          <p:nvPr/>
        </p:nvSpPr>
        <p:spPr>
          <a:xfrm>
            <a:off x="7010400" y="8827779"/>
            <a:ext cx="10515600" cy="1209368"/>
          </a:xfrm>
          <a:prstGeom prst="rect">
            <a:avLst/>
          </a:prstGeom>
          <a:solidFill>
            <a:schemeClr val="lt1"/>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dk1"/>
              </a:solidFill>
            </a:endParaRPr>
          </a:p>
        </p:txBody>
      </p:sp>
      <p:sp>
        <p:nvSpPr>
          <p:cNvPr id="156" name="Google Shape;156;p17"/>
          <p:cNvSpPr txBox="1"/>
          <p:nvPr>
            <p:ph type="title"/>
          </p:nvPr>
        </p:nvSpPr>
        <p:spPr>
          <a:xfrm>
            <a:off x="-1" y="435975"/>
            <a:ext cx="18288000" cy="694500"/>
          </a:xfrm>
          <a:prstGeom prst="rect">
            <a:avLst/>
          </a:prstGeom>
          <a:noFill/>
          <a:ln>
            <a:noFill/>
          </a:ln>
        </p:spPr>
        <p:txBody>
          <a:bodyPr anchorCtr="0" anchor="t" bIns="0" lIns="0" spcFirstLastPara="1" rIns="0" wrap="square" tIns="17125">
            <a:spAutoFit/>
          </a:bodyPr>
          <a:lstStyle/>
          <a:p>
            <a:pPr indent="0" lvl="0" marL="12700" rtl="0" algn="l">
              <a:lnSpc>
                <a:spcPct val="132045"/>
              </a:lnSpc>
              <a:spcBef>
                <a:spcPts val="0"/>
              </a:spcBef>
              <a:spcAft>
                <a:spcPts val="0"/>
              </a:spcAft>
              <a:buNone/>
            </a:pPr>
            <a:r>
              <a:rPr b="1" lang="en-US" sz="4400">
                <a:solidFill>
                  <a:srgbClr val="0C0C0C"/>
                </a:solidFill>
                <a:latin typeface="Calibri"/>
                <a:ea typeface="Calibri"/>
                <a:cs typeface="Calibri"/>
                <a:sym typeface="Calibri"/>
              </a:rPr>
              <a:t> </a:t>
            </a:r>
            <a:r>
              <a:rPr b="1" lang="en-US" sz="4400">
                <a:solidFill>
                  <a:srgbClr val="0C0C0C"/>
                </a:solidFill>
                <a:latin typeface="Calibri"/>
                <a:ea typeface="Calibri"/>
                <a:cs typeface="Calibri"/>
                <a:sym typeface="Calibri"/>
              </a:rPr>
              <a:t>Evaluating India’s potential to achieve net-zero emissions by 2070</a:t>
            </a:r>
            <a:endParaRPr b="1" sz="4400">
              <a:solidFill>
                <a:srgbClr val="0C0C0C"/>
              </a:solidFill>
              <a:latin typeface="Calibri"/>
              <a:ea typeface="Calibri"/>
              <a:cs typeface="Calibri"/>
              <a:sym typeface="Calibri"/>
            </a:endParaRPr>
          </a:p>
        </p:txBody>
      </p:sp>
      <p:sp>
        <p:nvSpPr>
          <p:cNvPr id="157" name="Google Shape;157;p17"/>
          <p:cNvSpPr txBox="1"/>
          <p:nvPr>
            <p:ph idx="1" type="body"/>
          </p:nvPr>
        </p:nvSpPr>
        <p:spPr>
          <a:xfrm>
            <a:off x="1066800" y="2037231"/>
            <a:ext cx="16472339" cy="52322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                                                    </a:t>
            </a:r>
            <a:endParaRPr/>
          </a:p>
        </p:txBody>
      </p:sp>
      <p:sp>
        <p:nvSpPr>
          <p:cNvPr id="158" name="Google Shape;158;p17"/>
          <p:cNvSpPr txBox="1"/>
          <p:nvPr/>
        </p:nvSpPr>
        <p:spPr>
          <a:xfrm>
            <a:off x="-1" y="4196025"/>
            <a:ext cx="8502300" cy="5756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lang="en-US" sz="3200">
                <a:solidFill>
                  <a:srgbClr val="76923C"/>
                </a:solidFill>
                <a:latin typeface="Arial"/>
                <a:ea typeface="Arial"/>
                <a:cs typeface="Arial"/>
                <a:sym typeface="Arial"/>
              </a:rPr>
              <a:t>Future Prediction for net-zero emission</a:t>
            </a:r>
            <a:endParaRPr/>
          </a:p>
          <a:p>
            <a:pPr indent="0" lvl="0" marL="0" rtl="0" algn="l">
              <a:spcBef>
                <a:spcPts val="0"/>
              </a:spcBef>
              <a:spcAft>
                <a:spcPts val="0"/>
              </a:spcAft>
              <a:buSzPts val="2400"/>
              <a:buFont typeface="Arial"/>
              <a:buNone/>
            </a:pPr>
            <a:r>
              <a:t/>
            </a:r>
            <a:endParaRPr sz="2400">
              <a:latin typeface="Arial"/>
              <a:ea typeface="Arial"/>
              <a:cs typeface="Arial"/>
              <a:sym typeface="Arial"/>
            </a:endParaRPr>
          </a:p>
          <a:p>
            <a:pPr indent="0" lvl="0" marL="0" rtl="0" algn="l">
              <a:spcBef>
                <a:spcPts val="0"/>
              </a:spcBef>
              <a:spcAft>
                <a:spcPts val="0"/>
              </a:spcAft>
              <a:buSzPts val="2400"/>
              <a:buFont typeface="Arial"/>
              <a:buNone/>
            </a:pPr>
            <a:r>
              <a:t/>
            </a:r>
            <a:endParaRPr sz="2400">
              <a:latin typeface="Arial"/>
              <a:ea typeface="Arial"/>
              <a:cs typeface="Arial"/>
              <a:sym typeface="Arial"/>
            </a:endParaRPr>
          </a:p>
          <a:p>
            <a:pPr indent="0" lvl="0" marL="0" rtl="0" algn="l">
              <a:spcBef>
                <a:spcPts val="0"/>
              </a:spcBef>
              <a:spcAft>
                <a:spcPts val="0"/>
              </a:spcAft>
              <a:buSzPts val="2400"/>
              <a:buFont typeface="Arial"/>
              <a:buNone/>
            </a:pPr>
            <a:r>
              <a:t/>
            </a:r>
            <a:endParaRPr sz="2400">
              <a:latin typeface="Arial"/>
              <a:ea typeface="Arial"/>
              <a:cs typeface="Arial"/>
              <a:sym typeface="Arial"/>
            </a:endParaRPr>
          </a:p>
          <a:p>
            <a:pPr indent="0" lvl="0" marL="0" rtl="0" algn="l">
              <a:spcBef>
                <a:spcPts val="0"/>
              </a:spcBef>
              <a:spcAft>
                <a:spcPts val="0"/>
              </a:spcAft>
              <a:buSzPts val="2400"/>
              <a:buFont typeface="Arial"/>
              <a:buNone/>
            </a:pPr>
            <a:r>
              <a:t/>
            </a:r>
            <a:endParaRPr b="0" i="0" sz="2400">
              <a:latin typeface="Arial"/>
              <a:ea typeface="Arial"/>
              <a:cs typeface="Arial"/>
              <a:sym typeface="Arial"/>
            </a:endParaRPr>
          </a:p>
          <a:p>
            <a:pPr indent="0" lvl="0" marL="0" rtl="0" algn="l">
              <a:spcBef>
                <a:spcPts val="0"/>
              </a:spcBef>
              <a:spcAft>
                <a:spcPts val="0"/>
              </a:spcAft>
              <a:buSzPts val="2400"/>
              <a:buFont typeface="Arial"/>
              <a:buNone/>
            </a:pPr>
            <a:r>
              <a:t/>
            </a:r>
            <a:endParaRPr sz="2400">
              <a:latin typeface="Arial"/>
              <a:ea typeface="Arial"/>
              <a:cs typeface="Arial"/>
              <a:sym typeface="Arial"/>
            </a:endParaRPr>
          </a:p>
          <a:p>
            <a:pPr indent="0" lvl="0" marL="0" rtl="0" algn="l">
              <a:spcBef>
                <a:spcPts val="0"/>
              </a:spcBef>
              <a:spcAft>
                <a:spcPts val="0"/>
              </a:spcAft>
              <a:buSzPts val="2400"/>
              <a:buFont typeface="Arial"/>
              <a:buNone/>
            </a:pPr>
            <a:r>
              <a:t/>
            </a:r>
            <a:endParaRPr b="0" i="0" sz="2400">
              <a:latin typeface="Arial"/>
              <a:ea typeface="Arial"/>
              <a:cs typeface="Arial"/>
              <a:sym typeface="Arial"/>
            </a:endParaRPr>
          </a:p>
          <a:p>
            <a:pPr indent="0" lvl="0" marL="0" rtl="0" algn="l">
              <a:spcBef>
                <a:spcPts val="0"/>
              </a:spcBef>
              <a:spcAft>
                <a:spcPts val="0"/>
              </a:spcAft>
              <a:buNone/>
            </a:pPr>
            <a:r>
              <a:t/>
            </a:r>
            <a:endParaRPr b="0" i="0" sz="2400">
              <a:latin typeface="Arial"/>
              <a:ea typeface="Arial"/>
              <a:cs typeface="Arial"/>
              <a:sym typeface="Arial"/>
            </a:endParaRPr>
          </a:p>
          <a:p>
            <a:pPr indent="0" lvl="0" marL="0" rtl="0" algn="l">
              <a:spcBef>
                <a:spcPts val="0"/>
              </a:spcBef>
              <a:spcAft>
                <a:spcPts val="0"/>
              </a:spcAft>
              <a:buSzPts val="2400"/>
              <a:buFont typeface="Arial"/>
              <a:buNone/>
            </a:pPr>
            <a:r>
              <a:t/>
            </a:r>
            <a:endParaRPr b="0" i="0" sz="2400">
              <a:latin typeface="Arial"/>
              <a:ea typeface="Arial"/>
              <a:cs typeface="Arial"/>
              <a:sym typeface="Arial"/>
            </a:endParaRPr>
          </a:p>
          <a:p>
            <a:pPr indent="-190500" lvl="0" marL="342900" rtl="0" algn="l">
              <a:spcBef>
                <a:spcPts val="0"/>
              </a:spcBef>
              <a:spcAft>
                <a:spcPts val="0"/>
              </a:spcAft>
              <a:buSzPts val="2400"/>
              <a:buFont typeface="Noto Sans Symbols"/>
              <a:buNone/>
            </a:pPr>
            <a:r>
              <a:t/>
            </a:r>
            <a:endParaRPr sz="2400">
              <a:latin typeface="Arial"/>
              <a:ea typeface="Arial"/>
              <a:cs typeface="Arial"/>
              <a:sym typeface="Arial"/>
            </a:endParaRPr>
          </a:p>
          <a:p>
            <a:pPr indent="-342900" lvl="0" marL="342900" rtl="0" algn="l">
              <a:spcBef>
                <a:spcPts val="0"/>
              </a:spcBef>
              <a:spcAft>
                <a:spcPts val="0"/>
              </a:spcAft>
              <a:buSzPts val="2400"/>
              <a:buFont typeface="Noto Sans Symbols"/>
              <a:buChar char="❖"/>
            </a:pPr>
            <a:r>
              <a:rPr b="0" i="0" lang="en-US" sz="2400">
                <a:latin typeface="Arial"/>
                <a:ea typeface="Arial"/>
                <a:cs typeface="Arial"/>
                <a:sym typeface="Arial"/>
              </a:rPr>
              <a:t>The red dashed line represents the predicted carbon emissions trajectory until 2070.</a:t>
            </a:r>
            <a:endParaRPr/>
          </a:p>
          <a:p>
            <a:pPr indent="-342900" lvl="0" marL="342900" rtl="0" algn="l">
              <a:spcBef>
                <a:spcPts val="0"/>
              </a:spcBef>
              <a:spcAft>
                <a:spcPts val="0"/>
              </a:spcAft>
              <a:buSzPts val="2400"/>
              <a:buFont typeface="Noto Sans Symbols"/>
              <a:buChar char="❖"/>
            </a:pPr>
            <a:r>
              <a:rPr b="0" i="0" lang="en-US" sz="2400">
                <a:latin typeface="Arial"/>
                <a:ea typeface="Arial"/>
                <a:cs typeface="Arial"/>
                <a:sym typeface="Arial"/>
              </a:rPr>
              <a:t>Notice that the </a:t>
            </a:r>
            <a:r>
              <a:rPr b="1" i="0" lang="en-US" sz="2400"/>
              <a:t>predicted carbon emissions are increasing</a:t>
            </a:r>
            <a:r>
              <a:rPr b="0" i="0" lang="en-US" sz="2400">
                <a:latin typeface="Arial"/>
                <a:ea typeface="Arial"/>
                <a:cs typeface="Arial"/>
                <a:sym typeface="Arial"/>
              </a:rPr>
              <a:t>. to achieve net-zero, this line would need to flatten out and eventually decline to zero</a:t>
            </a:r>
            <a:r>
              <a:rPr b="0" i="0" lang="en-US" sz="1800">
                <a:latin typeface="Arial"/>
                <a:ea typeface="Arial"/>
                <a:cs typeface="Arial"/>
                <a:sym typeface="Arial"/>
              </a:rPr>
              <a:t>.</a:t>
            </a:r>
            <a:endParaRPr/>
          </a:p>
        </p:txBody>
      </p:sp>
      <p:sp>
        <p:nvSpPr>
          <p:cNvPr id="159" name="Google Shape;159;p17"/>
          <p:cNvSpPr txBox="1"/>
          <p:nvPr/>
        </p:nvSpPr>
        <p:spPr>
          <a:xfrm>
            <a:off x="0" y="966275"/>
            <a:ext cx="18288000" cy="2770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i="0" lang="en-US" sz="3000">
                <a:solidFill>
                  <a:srgbClr val="76923C"/>
                </a:solidFill>
                <a:latin typeface="Arial"/>
                <a:ea typeface="Arial"/>
                <a:cs typeface="Arial"/>
                <a:sym typeface="Arial"/>
              </a:rPr>
              <a:t>India’s  Panchamrit commitments, announced at COP26, are a set of five ambitious climate targets</a:t>
            </a:r>
            <a:r>
              <a:rPr b="1" i="0" lang="en-US" sz="2800">
                <a:solidFill>
                  <a:srgbClr val="76923C"/>
                </a:solidFill>
                <a:latin typeface="Arial"/>
                <a:ea typeface="Arial"/>
                <a:cs typeface="Arial"/>
                <a:sym typeface="Arial"/>
              </a:rPr>
              <a:t>:</a:t>
            </a:r>
            <a:endParaRPr/>
          </a:p>
          <a:p>
            <a:pPr indent="-190500" lvl="0" marL="342900" rtl="0" algn="l">
              <a:spcBef>
                <a:spcPts val="0"/>
              </a:spcBef>
              <a:spcAft>
                <a:spcPts val="0"/>
              </a:spcAft>
              <a:buSzPts val="2400"/>
              <a:buFont typeface="Noto Sans Symbols"/>
              <a:buNone/>
            </a:pPr>
            <a:r>
              <a:t/>
            </a:r>
            <a:endParaRPr b="0" i="0" sz="2400">
              <a:latin typeface="Arial"/>
              <a:ea typeface="Arial"/>
              <a:cs typeface="Arial"/>
              <a:sym typeface="Arial"/>
            </a:endParaRPr>
          </a:p>
          <a:p>
            <a:pPr indent="-342900" lvl="0" marL="342900" rtl="0" algn="l">
              <a:spcBef>
                <a:spcPts val="0"/>
              </a:spcBef>
              <a:spcAft>
                <a:spcPts val="0"/>
              </a:spcAft>
              <a:buSzPts val="2400"/>
              <a:buFont typeface="Noto Sans Symbols"/>
              <a:buChar char="❖"/>
            </a:pPr>
            <a:r>
              <a:rPr b="0" i="0" lang="en-US" sz="2400">
                <a:latin typeface="Arial"/>
                <a:ea typeface="Arial"/>
                <a:cs typeface="Arial"/>
                <a:sym typeface="Arial"/>
              </a:rPr>
              <a:t>Reaching </a:t>
            </a:r>
            <a:r>
              <a:rPr b="1" i="0" lang="en-US" sz="2400">
                <a:latin typeface="Arial"/>
                <a:ea typeface="Arial"/>
                <a:cs typeface="Arial"/>
                <a:sym typeface="Arial"/>
              </a:rPr>
              <a:t>500</a:t>
            </a:r>
            <a:r>
              <a:rPr b="0" i="0" lang="en-US" sz="2400">
                <a:latin typeface="Arial"/>
                <a:ea typeface="Arial"/>
                <a:cs typeface="Arial"/>
                <a:sym typeface="Arial"/>
              </a:rPr>
              <a:t> GW of non-fossil energy capacity by </a:t>
            </a:r>
            <a:r>
              <a:rPr b="1" i="0" lang="en-US" sz="2400">
                <a:latin typeface="Arial"/>
                <a:ea typeface="Arial"/>
                <a:cs typeface="Arial"/>
                <a:sym typeface="Arial"/>
              </a:rPr>
              <a:t>2030</a:t>
            </a:r>
            <a:endParaRPr/>
          </a:p>
          <a:p>
            <a:pPr indent="-342900" lvl="0" marL="342900" rtl="0" algn="l">
              <a:spcBef>
                <a:spcPts val="0"/>
              </a:spcBef>
              <a:spcAft>
                <a:spcPts val="0"/>
              </a:spcAft>
              <a:buSzPts val="2400"/>
              <a:buFont typeface="Noto Sans Symbols"/>
              <a:buChar char="❖"/>
            </a:pPr>
            <a:r>
              <a:rPr b="0" i="0" lang="en-US" sz="2400">
                <a:latin typeface="Arial"/>
                <a:ea typeface="Arial"/>
                <a:cs typeface="Arial"/>
                <a:sym typeface="Arial"/>
              </a:rPr>
              <a:t>Meeting </a:t>
            </a:r>
            <a:r>
              <a:rPr b="1" i="0" lang="en-US" sz="2400">
                <a:latin typeface="Arial"/>
                <a:ea typeface="Arial"/>
                <a:cs typeface="Arial"/>
                <a:sym typeface="Arial"/>
              </a:rPr>
              <a:t>50%</a:t>
            </a:r>
            <a:r>
              <a:rPr b="0" i="0" lang="en-US" sz="2400">
                <a:latin typeface="Arial"/>
                <a:ea typeface="Arial"/>
                <a:cs typeface="Arial"/>
                <a:sym typeface="Arial"/>
              </a:rPr>
              <a:t> of its energy requirements from renewable energy by</a:t>
            </a:r>
            <a:r>
              <a:rPr b="1" i="0" lang="en-US" sz="2400">
                <a:latin typeface="Arial"/>
                <a:ea typeface="Arial"/>
                <a:cs typeface="Arial"/>
                <a:sym typeface="Arial"/>
              </a:rPr>
              <a:t> 2030</a:t>
            </a:r>
            <a:endParaRPr/>
          </a:p>
          <a:p>
            <a:pPr indent="-342900" lvl="0" marL="342900" rtl="0" algn="l">
              <a:spcBef>
                <a:spcPts val="0"/>
              </a:spcBef>
              <a:spcAft>
                <a:spcPts val="0"/>
              </a:spcAft>
              <a:buSzPts val="2400"/>
              <a:buFont typeface="Noto Sans Symbols"/>
              <a:buChar char="❖"/>
            </a:pPr>
            <a:r>
              <a:rPr b="0" i="0" lang="en-US" sz="2400">
                <a:latin typeface="Arial"/>
                <a:ea typeface="Arial"/>
                <a:cs typeface="Arial"/>
                <a:sym typeface="Arial"/>
              </a:rPr>
              <a:t>Reducing total projected carbon emissions by </a:t>
            </a:r>
            <a:r>
              <a:rPr b="1" i="0" lang="en-US" sz="2400">
                <a:latin typeface="Arial"/>
                <a:ea typeface="Arial"/>
                <a:cs typeface="Arial"/>
                <a:sym typeface="Arial"/>
              </a:rPr>
              <a:t>1 billion tones by 2030</a:t>
            </a:r>
            <a:endParaRPr/>
          </a:p>
          <a:p>
            <a:pPr indent="-342900" lvl="0" marL="342900" rtl="0" algn="l">
              <a:spcBef>
                <a:spcPts val="0"/>
              </a:spcBef>
              <a:spcAft>
                <a:spcPts val="0"/>
              </a:spcAft>
              <a:buSzPts val="2400"/>
              <a:buFont typeface="Noto Sans Symbols"/>
              <a:buChar char="❖"/>
            </a:pPr>
            <a:r>
              <a:rPr b="0" i="0" lang="en-US" sz="2400">
                <a:latin typeface="Arial"/>
                <a:ea typeface="Arial"/>
                <a:cs typeface="Arial"/>
                <a:sym typeface="Arial"/>
              </a:rPr>
              <a:t>Reducing the carbon intensity of the economy by </a:t>
            </a:r>
            <a:r>
              <a:rPr b="1" i="0" lang="en-US" sz="2400">
                <a:latin typeface="Arial"/>
                <a:ea typeface="Arial"/>
                <a:cs typeface="Arial"/>
                <a:sym typeface="Arial"/>
              </a:rPr>
              <a:t>45% by 2030</a:t>
            </a:r>
            <a:endParaRPr/>
          </a:p>
          <a:p>
            <a:pPr indent="-342900" lvl="0" marL="342900" rtl="0" algn="l">
              <a:spcBef>
                <a:spcPts val="0"/>
              </a:spcBef>
              <a:spcAft>
                <a:spcPts val="0"/>
              </a:spcAft>
              <a:buSzPts val="2400"/>
              <a:buFont typeface="Noto Sans Symbols"/>
              <a:buChar char="❖"/>
            </a:pPr>
            <a:r>
              <a:rPr b="0" i="0" lang="en-US" sz="2400">
                <a:latin typeface="Arial"/>
                <a:ea typeface="Arial"/>
                <a:cs typeface="Arial"/>
                <a:sym typeface="Arial"/>
              </a:rPr>
              <a:t>Achieving </a:t>
            </a:r>
            <a:r>
              <a:rPr b="1" i="0" lang="en-US" sz="2400">
                <a:latin typeface="Arial"/>
                <a:ea typeface="Arial"/>
                <a:cs typeface="Arial"/>
                <a:sym typeface="Arial"/>
              </a:rPr>
              <a:t>net-zero emissions by 2070</a:t>
            </a:r>
            <a:endParaRPr/>
          </a:p>
        </p:txBody>
      </p:sp>
      <p:pic>
        <p:nvPicPr>
          <p:cNvPr id="160" name="Google Shape;160;p17"/>
          <p:cNvPicPr preferRelativeResize="0"/>
          <p:nvPr/>
        </p:nvPicPr>
        <p:blipFill rotWithShape="1">
          <a:blip r:embed="rId3">
            <a:alphaModFix/>
          </a:blip>
          <a:srcRect b="0" l="0" r="0" t="0"/>
          <a:stretch/>
        </p:blipFill>
        <p:spPr>
          <a:xfrm>
            <a:off x="-20051" y="4800025"/>
            <a:ext cx="6444901" cy="2970225"/>
          </a:xfrm>
          <a:prstGeom prst="rect">
            <a:avLst/>
          </a:prstGeom>
          <a:noFill/>
          <a:ln>
            <a:noFill/>
          </a:ln>
        </p:spPr>
      </p:pic>
      <p:cxnSp>
        <p:nvCxnSpPr>
          <p:cNvPr id="161" name="Google Shape;161;p17"/>
          <p:cNvCxnSpPr/>
          <p:nvPr/>
        </p:nvCxnSpPr>
        <p:spPr>
          <a:xfrm>
            <a:off x="-20050" y="4196025"/>
            <a:ext cx="18271200" cy="3000"/>
          </a:xfrm>
          <a:prstGeom prst="straightConnector1">
            <a:avLst/>
          </a:prstGeom>
          <a:noFill/>
          <a:ln cap="flat" cmpd="sng" w="25400">
            <a:solidFill>
              <a:schemeClr val="dk1"/>
            </a:solidFill>
            <a:prstDash val="solid"/>
            <a:round/>
            <a:headEnd len="sm" w="sm" type="none"/>
            <a:tailEnd len="sm" w="sm" type="none"/>
          </a:ln>
        </p:spPr>
      </p:cxnSp>
      <p:cxnSp>
        <p:nvCxnSpPr>
          <p:cNvPr id="162" name="Google Shape;162;p17"/>
          <p:cNvCxnSpPr/>
          <p:nvPr/>
        </p:nvCxnSpPr>
        <p:spPr>
          <a:xfrm>
            <a:off x="8629299" y="4213786"/>
            <a:ext cx="0" cy="6091500"/>
          </a:xfrm>
          <a:prstGeom prst="straightConnector1">
            <a:avLst/>
          </a:prstGeom>
          <a:noFill/>
          <a:ln cap="flat" cmpd="sng" w="19050">
            <a:solidFill>
              <a:srgbClr val="0C0C0C"/>
            </a:solidFill>
            <a:prstDash val="solid"/>
            <a:round/>
            <a:headEnd len="sm" w="sm" type="none"/>
            <a:tailEnd len="sm" w="sm" type="none"/>
          </a:ln>
        </p:spPr>
      </p:cxnSp>
      <p:sp>
        <p:nvSpPr>
          <p:cNvPr id="163" name="Google Shape;163;p17"/>
          <p:cNvSpPr/>
          <p:nvPr/>
        </p:nvSpPr>
        <p:spPr>
          <a:xfrm>
            <a:off x="6405320" y="5501370"/>
            <a:ext cx="2212200" cy="1561800"/>
          </a:xfrm>
          <a:prstGeom prst="rightArrow">
            <a:avLst>
              <a:gd fmla="val 50000" name="adj1"/>
              <a:gd fmla="val 50000" name="adj2"/>
            </a:avLst>
          </a:prstGeom>
          <a:solidFill>
            <a:srgbClr val="C2DF99"/>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900">
                <a:solidFill>
                  <a:srgbClr val="0C0C0C"/>
                </a:solidFill>
                <a:latin typeface="Calibri"/>
                <a:ea typeface="Calibri"/>
                <a:cs typeface="Calibri"/>
                <a:sym typeface="Calibri"/>
              </a:rPr>
              <a:t>Some Initiatives taken by India</a:t>
            </a:r>
            <a:endParaRPr/>
          </a:p>
        </p:txBody>
      </p:sp>
      <p:cxnSp>
        <p:nvCxnSpPr>
          <p:cNvPr id="164" name="Google Shape;164;p17"/>
          <p:cNvCxnSpPr/>
          <p:nvPr/>
        </p:nvCxnSpPr>
        <p:spPr>
          <a:xfrm>
            <a:off x="13973318" y="4232061"/>
            <a:ext cx="0" cy="6054939"/>
          </a:xfrm>
          <a:prstGeom prst="straightConnector1">
            <a:avLst/>
          </a:prstGeom>
          <a:noFill/>
          <a:ln cap="flat" cmpd="sng" w="19050">
            <a:solidFill>
              <a:srgbClr val="0C0C0C"/>
            </a:solidFill>
            <a:prstDash val="solid"/>
            <a:round/>
            <a:headEnd len="sm" w="sm" type="none"/>
            <a:tailEnd len="sm" w="sm" type="none"/>
          </a:ln>
        </p:spPr>
      </p:cxnSp>
      <p:sp>
        <p:nvSpPr>
          <p:cNvPr id="165" name="Google Shape;165;p17"/>
          <p:cNvSpPr txBox="1"/>
          <p:nvPr/>
        </p:nvSpPr>
        <p:spPr>
          <a:xfrm>
            <a:off x="8720618" y="4229341"/>
            <a:ext cx="5132400" cy="5941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600">
                <a:solidFill>
                  <a:srgbClr val="76923C"/>
                </a:solidFill>
                <a:latin typeface="Arial"/>
                <a:ea typeface="Arial"/>
                <a:cs typeface="Arial"/>
                <a:sym typeface="Arial"/>
              </a:rPr>
              <a:t>(A) Renewable Energy</a:t>
            </a:r>
            <a:r>
              <a:rPr b="1" lang="en-US" sz="2600">
                <a:solidFill>
                  <a:srgbClr val="76923C"/>
                </a:solidFill>
              </a:rPr>
              <a:t>   </a:t>
            </a:r>
            <a:r>
              <a:rPr b="1" lang="en-US" sz="2600">
                <a:solidFill>
                  <a:srgbClr val="76923C"/>
                </a:solidFill>
                <a:latin typeface="Arial"/>
                <a:ea typeface="Arial"/>
                <a:cs typeface="Arial"/>
                <a:sym typeface="Arial"/>
              </a:rPr>
              <a:t>Expansion</a:t>
            </a:r>
            <a:endParaRPr/>
          </a:p>
          <a:p>
            <a:pPr indent="0" lvl="0" marL="0" rtl="0" algn="l">
              <a:spcBef>
                <a:spcPts val="0"/>
              </a:spcBef>
              <a:spcAft>
                <a:spcPts val="0"/>
              </a:spcAft>
              <a:buNone/>
            </a:pPr>
            <a:r>
              <a:t/>
            </a:r>
            <a:endParaRPr b="1" sz="2400">
              <a:solidFill>
                <a:srgbClr val="4F6128"/>
              </a:solidFill>
            </a:endParaRPr>
          </a:p>
          <a:p>
            <a:pPr indent="0" lvl="0" marL="0" rtl="0" algn="l">
              <a:spcBef>
                <a:spcPts val="0"/>
              </a:spcBef>
              <a:spcAft>
                <a:spcPts val="0"/>
              </a:spcAft>
              <a:buNone/>
            </a:pPr>
            <a:r>
              <a:t/>
            </a:r>
            <a:endParaRPr b="1" sz="2400">
              <a:solidFill>
                <a:srgbClr val="4F6128"/>
              </a:solidFill>
            </a:endParaRPr>
          </a:p>
          <a:p>
            <a:pPr indent="-304800" lvl="0" marL="457200" rtl="0" algn="l">
              <a:spcBef>
                <a:spcPts val="0"/>
              </a:spcBef>
              <a:spcAft>
                <a:spcPts val="0"/>
              </a:spcAft>
              <a:buSzPts val="2400"/>
              <a:buFont typeface="Arial"/>
              <a:buNone/>
            </a:pPr>
            <a:r>
              <a:t/>
            </a:r>
            <a:endParaRPr b="1" sz="2400">
              <a:solidFill>
                <a:srgbClr val="4F6128"/>
              </a:solidFill>
            </a:endParaRPr>
          </a:p>
          <a:p>
            <a:pPr indent="-304800" lvl="0" marL="457200" rtl="0" algn="l">
              <a:spcBef>
                <a:spcPts val="0"/>
              </a:spcBef>
              <a:spcAft>
                <a:spcPts val="0"/>
              </a:spcAft>
              <a:buSzPts val="2400"/>
              <a:buFont typeface="Arial"/>
              <a:buNone/>
            </a:pPr>
            <a:r>
              <a:t/>
            </a:r>
            <a:endParaRPr b="1" sz="2400">
              <a:solidFill>
                <a:srgbClr val="4F6128"/>
              </a:solidFill>
            </a:endParaRPr>
          </a:p>
          <a:p>
            <a:pPr indent="-304800" lvl="0" marL="457200" rtl="0" algn="l">
              <a:spcBef>
                <a:spcPts val="0"/>
              </a:spcBef>
              <a:spcAft>
                <a:spcPts val="0"/>
              </a:spcAft>
              <a:buSzPts val="2400"/>
              <a:buFont typeface="Arial"/>
              <a:buNone/>
            </a:pPr>
            <a:r>
              <a:t/>
            </a:r>
            <a:endParaRPr b="1" sz="2400">
              <a:solidFill>
                <a:srgbClr val="4F6128"/>
              </a:solidFill>
            </a:endParaRPr>
          </a:p>
          <a:p>
            <a:pPr indent="-304800" lvl="0" marL="457200" rtl="0" algn="l">
              <a:spcBef>
                <a:spcPts val="0"/>
              </a:spcBef>
              <a:spcAft>
                <a:spcPts val="0"/>
              </a:spcAft>
              <a:buSzPts val="2400"/>
              <a:buFont typeface="Arial"/>
              <a:buNone/>
            </a:pPr>
            <a:r>
              <a:t/>
            </a:r>
            <a:endParaRPr b="1" sz="2400">
              <a:solidFill>
                <a:srgbClr val="4F6128"/>
              </a:solidFill>
            </a:endParaRPr>
          </a:p>
          <a:p>
            <a:pPr indent="-304800" lvl="0" marL="457200" rtl="0" algn="l">
              <a:spcBef>
                <a:spcPts val="0"/>
              </a:spcBef>
              <a:spcAft>
                <a:spcPts val="0"/>
              </a:spcAft>
              <a:buSzPts val="2400"/>
              <a:buFont typeface="Arial"/>
              <a:buNone/>
            </a:pPr>
            <a:r>
              <a:t/>
            </a:r>
            <a:endParaRPr b="1" sz="2400">
              <a:solidFill>
                <a:srgbClr val="4F6128"/>
              </a:solidFill>
            </a:endParaRPr>
          </a:p>
          <a:p>
            <a:pPr indent="0" lvl="0" marL="0" rtl="0" algn="l">
              <a:spcBef>
                <a:spcPts val="0"/>
              </a:spcBef>
              <a:spcAft>
                <a:spcPts val="0"/>
              </a:spcAft>
              <a:buNone/>
            </a:pPr>
            <a:r>
              <a:t/>
            </a:r>
            <a:endParaRPr b="1" sz="2400">
              <a:solidFill>
                <a:srgbClr val="4F6128"/>
              </a:solidFill>
            </a:endParaRPr>
          </a:p>
          <a:p>
            <a:pPr indent="-285750" lvl="0" marL="285750" rtl="0" algn="l">
              <a:spcBef>
                <a:spcPts val="0"/>
              </a:spcBef>
              <a:spcAft>
                <a:spcPts val="0"/>
              </a:spcAft>
              <a:buSzPts val="1700"/>
              <a:buFont typeface="Noto Sans Symbols"/>
              <a:buChar char="❖"/>
            </a:pPr>
            <a:r>
              <a:rPr lang="en-US" sz="1700">
                <a:latin typeface="Arial"/>
                <a:ea typeface="Arial"/>
                <a:cs typeface="Arial"/>
                <a:sym typeface="Arial"/>
              </a:rPr>
              <a:t>The graph reveals that the trend of year-wise capacity installation of renewable energy sector was consistently outpacing that of non-renewable energy sector</a:t>
            </a:r>
            <a:endParaRPr/>
          </a:p>
          <a:p>
            <a:pPr indent="-285750" lvl="0" marL="285750" rtl="0" algn="l">
              <a:spcBef>
                <a:spcPts val="0"/>
              </a:spcBef>
              <a:spcAft>
                <a:spcPts val="0"/>
              </a:spcAft>
              <a:buSzPts val="1700"/>
              <a:buFont typeface="Noto Sans Symbols"/>
              <a:buChar char="❖"/>
            </a:pPr>
            <a:r>
              <a:rPr lang="en-US" sz="1700">
                <a:latin typeface="Arial"/>
                <a:ea typeface="Arial"/>
                <a:cs typeface="Arial"/>
                <a:sym typeface="Arial"/>
              </a:rPr>
              <a:t>This reflects the increasing shift towards the utilization of renewable energy sources, with a compound annual growth rate </a:t>
            </a:r>
            <a:r>
              <a:rPr b="1" lang="en-US" sz="1700">
                <a:latin typeface="Arial"/>
                <a:ea typeface="Arial"/>
                <a:cs typeface="Arial"/>
                <a:sym typeface="Arial"/>
              </a:rPr>
              <a:t>(CAGR) of 9.94 % from 2014-15 to 2023-24</a:t>
            </a:r>
            <a:endParaRPr b="1" sz="1700">
              <a:solidFill>
                <a:srgbClr val="4F6128"/>
              </a:solidFill>
              <a:latin typeface="Arial"/>
              <a:ea typeface="Arial"/>
              <a:cs typeface="Arial"/>
              <a:sym typeface="Arial"/>
            </a:endParaRPr>
          </a:p>
        </p:txBody>
      </p:sp>
      <p:pic>
        <p:nvPicPr>
          <p:cNvPr id="166" name="Google Shape;166;p17"/>
          <p:cNvPicPr preferRelativeResize="0"/>
          <p:nvPr/>
        </p:nvPicPr>
        <p:blipFill rotWithShape="1">
          <a:blip r:embed="rId4">
            <a:alphaModFix/>
          </a:blip>
          <a:srcRect b="0" l="0" r="-5451" t="0"/>
          <a:stretch/>
        </p:blipFill>
        <p:spPr>
          <a:xfrm>
            <a:off x="8641075" y="5140600"/>
            <a:ext cx="5393650" cy="2712275"/>
          </a:xfrm>
          <a:prstGeom prst="rect">
            <a:avLst/>
          </a:prstGeom>
          <a:noFill/>
          <a:ln>
            <a:noFill/>
          </a:ln>
        </p:spPr>
      </p:pic>
      <p:sp>
        <p:nvSpPr>
          <p:cNvPr id="167" name="Google Shape;167;p17"/>
          <p:cNvSpPr txBox="1"/>
          <p:nvPr/>
        </p:nvSpPr>
        <p:spPr>
          <a:xfrm>
            <a:off x="13956089" y="4186061"/>
            <a:ext cx="3987900" cy="9604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600">
                <a:solidFill>
                  <a:srgbClr val="76923C"/>
                </a:solidFill>
              </a:rPr>
              <a:t>  </a:t>
            </a:r>
            <a:r>
              <a:rPr b="1" lang="en-US" sz="2600">
                <a:solidFill>
                  <a:srgbClr val="76923C"/>
                </a:solidFill>
                <a:latin typeface="Arial"/>
                <a:ea typeface="Arial"/>
                <a:cs typeface="Arial"/>
                <a:sym typeface="Arial"/>
              </a:rPr>
              <a:t>(B) Ethanol Blending  </a:t>
            </a:r>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sz="1800">
              <a:solidFill>
                <a:srgbClr val="0C0C0C"/>
              </a:solidFill>
            </a:endParaRPr>
          </a:p>
          <a:p>
            <a:pPr indent="0" lvl="0" marL="0" rtl="0" algn="l">
              <a:spcBef>
                <a:spcPts val="0"/>
              </a:spcBef>
              <a:spcAft>
                <a:spcPts val="0"/>
              </a:spcAft>
              <a:buNone/>
            </a:pPr>
            <a:r>
              <a:t/>
            </a:r>
            <a:endParaRPr sz="1800">
              <a:solidFill>
                <a:srgbClr val="0C0C0C"/>
              </a:solidFill>
            </a:endParaRPr>
          </a:p>
          <a:p>
            <a:pPr indent="0" lvl="0" marL="0" rtl="0" algn="l">
              <a:spcBef>
                <a:spcPts val="0"/>
              </a:spcBef>
              <a:spcAft>
                <a:spcPts val="0"/>
              </a:spcAft>
              <a:buNone/>
            </a:pPr>
            <a:r>
              <a:t/>
            </a:r>
            <a:endParaRPr sz="1800">
              <a:solidFill>
                <a:srgbClr val="0C0C0C"/>
              </a:solidFill>
            </a:endParaRPr>
          </a:p>
          <a:p>
            <a:pPr indent="-285750" lvl="0" marL="285750" rtl="0" algn="l">
              <a:spcBef>
                <a:spcPts val="0"/>
              </a:spcBef>
              <a:spcAft>
                <a:spcPts val="0"/>
              </a:spcAft>
              <a:buClr>
                <a:srgbClr val="0C0C0C"/>
              </a:buClr>
              <a:buSzPts val="1700"/>
              <a:buFont typeface="Noto Sans Symbols"/>
              <a:buChar char="❖"/>
            </a:pPr>
            <a:r>
              <a:rPr lang="en-US" sz="1700">
                <a:solidFill>
                  <a:srgbClr val="0C0C0C"/>
                </a:solidFill>
                <a:latin typeface="Arial"/>
                <a:ea typeface="Arial"/>
                <a:cs typeface="Arial"/>
                <a:sym typeface="Arial"/>
              </a:rPr>
              <a:t>Ethanol blending (from </a:t>
            </a:r>
            <a:r>
              <a:rPr b="1" lang="en-US" sz="1700">
                <a:solidFill>
                  <a:srgbClr val="0C0C0C"/>
                </a:solidFill>
                <a:latin typeface="Arial"/>
                <a:ea typeface="Arial"/>
                <a:cs typeface="Arial"/>
                <a:sym typeface="Arial"/>
              </a:rPr>
              <a:t>1.5% in 2014 to 12% in 2023</a:t>
            </a:r>
            <a:r>
              <a:rPr lang="en-US" sz="1700">
                <a:solidFill>
                  <a:srgbClr val="0C0C0C"/>
                </a:solidFill>
                <a:latin typeface="Arial"/>
                <a:ea typeface="Arial"/>
                <a:cs typeface="Arial"/>
                <a:sym typeface="Arial"/>
              </a:rPr>
              <a:t>) reduces oil imports</a:t>
            </a:r>
            <a:r>
              <a:rPr b="1" lang="en-US" sz="1700">
                <a:solidFill>
                  <a:srgbClr val="76923C"/>
                </a:solidFill>
                <a:latin typeface="Arial"/>
                <a:ea typeface="Arial"/>
                <a:cs typeface="Arial"/>
                <a:sym typeface="Arial"/>
              </a:rPr>
              <a:t>.</a:t>
            </a:r>
            <a:endParaRPr b="1" sz="1700">
              <a:solidFill>
                <a:srgbClr val="76923C"/>
              </a:solidFill>
              <a:latin typeface="Arial"/>
              <a:ea typeface="Arial"/>
              <a:cs typeface="Arial"/>
              <a:sym typeface="Aria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a:p>
            <a:pPr indent="0" lvl="0" marL="0" rtl="0" algn="l">
              <a:spcBef>
                <a:spcPts val="0"/>
              </a:spcBef>
              <a:spcAft>
                <a:spcPts val="0"/>
              </a:spcAft>
              <a:buNone/>
            </a:pPr>
            <a:r>
              <a:t/>
            </a:r>
            <a:endParaRPr b="1" sz="2400">
              <a:solidFill>
                <a:srgbClr val="76923C"/>
              </a:solidFill>
            </a:endParaRPr>
          </a:p>
        </p:txBody>
      </p:sp>
      <p:pic>
        <p:nvPicPr>
          <p:cNvPr descr="Ethanol availability and demand with blending targets (%) in India. |  Download Scientific Diagram" id="168" name="Google Shape;168;p17"/>
          <p:cNvPicPr preferRelativeResize="0"/>
          <p:nvPr/>
        </p:nvPicPr>
        <p:blipFill rotWithShape="1">
          <a:blip r:embed="rId5">
            <a:alphaModFix/>
          </a:blip>
          <a:srcRect b="0" l="0" r="0" t="0"/>
          <a:stretch/>
        </p:blipFill>
        <p:spPr>
          <a:xfrm>
            <a:off x="14034714" y="4800027"/>
            <a:ext cx="3909140" cy="4024369"/>
          </a:xfrm>
          <a:prstGeom prst="rect">
            <a:avLst/>
          </a:prstGeom>
          <a:noFill/>
          <a:ln>
            <a:noFill/>
          </a:ln>
        </p:spPr>
      </p:pic>
      <p:pic>
        <p:nvPicPr>
          <p:cNvPr descr="A poster of a planet with a tree and solar panels&#10;&#10;AI-generated content may be incorrect." id="169" name="Google Shape;169;p17"/>
          <p:cNvPicPr preferRelativeResize="0"/>
          <p:nvPr/>
        </p:nvPicPr>
        <p:blipFill rotWithShape="1">
          <a:blip r:embed="rId6">
            <a:alphaModFix/>
          </a:blip>
          <a:srcRect b="0" l="0" r="0" t="0"/>
          <a:stretch/>
        </p:blipFill>
        <p:spPr>
          <a:xfrm>
            <a:off x="11521450" y="1453400"/>
            <a:ext cx="5132399" cy="27123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4" name="Shape 174"/>
        <p:cNvGrpSpPr/>
        <p:nvPr/>
      </p:nvGrpSpPr>
      <p:grpSpPr>
        <a:xfrm>
          <a:off x="0" y="0"/>
          <a:ext cx="0" cy="0"/>
          <a:chOff x="0" y="0"/>
          <a:chExt cx="0" cy="0"/>
        </a:xfrm>
      </p:grpSpPr>
      <p:sp>
        <p:nvSpPr>
          <p:cNvPr id="175" name="Google Shape;175;p18"/>
          <p:cNvSpPr/>
          <p:nvPr/>
        </p:nvSpPr>
        <p:spPr>
          <a:xfrm>
            <a:off x="8042528" y="9315450"/>
            <a:ext cx="4433570" cy="54610"/>
          </a:xfrm>
          <a:custGeom>
            <a:rect b="b" l="l" r="r" t="t"/>
            <a:pathLst>
              <a:path extrusionOk="0" h="54609" w="4433570">
                <a:moveTo>
                  <a:pt x="4433315" y="54235"/>
                </a:moveTo>
                <a:lnTo>
                  <a:pt x="0" y="54235"/>
                </a:lnTo>
                <a:lnTo>
                  <a:pt x="0" y="0"/>
                </a:lnTo>
                <a:lnTo>
                  <a:pt x="4433315" y="0"/>
                </a:lnTo>
                <a:lnTo>
                  <a:pt x="4433315" y="54235"/>
                </a:lnTo>
                <a:close/>
              </a:path>
            </a:pathLst>
          </a:custGeom>
          <a:solidFill>
            <a:srgbClr val="9DCC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6" name="Google Shape;176;p18"/>
          <p:cNvSpPr/>
          <p:nvPr/>
        </p:nvSpPr>
        <p:spPr>
          <a:xfrm>
            <a:off x="4000500" y="1"/>
            <a:ext cx="10287000" cy="507365"/>
          </a:xfrm>
          <a:custGeom>
            <a:rect b="b" l="l" r="r" t="t"/>
            <a:pathLst>
              <a:path extrusionOk="0" h="507365" w="10287000">
                <a:moveTo>
                  <a:pt x="10286534" y="506901"/>
                </a:moveTo>
                <a:lnTo>
                  <a:pt x="0" y="506901"/>
                </a:lnTo>
                <a:lnTo>
                  <a:pt x="0" y="0"/>
                </a:lnTo>
                <a:lnTo>
                  <a:pt x="10286534" y="0"/>
                </a:lnTo>
                <a:lnTo>
                  <a:pt x="10286534" y="506901"/>
                </a:lnTo>
                <a:close/>
              </a:path>
            </a:pathLst>
          </a:custGeom>
          <a:solidFill>
            <a:srgbClr val="9DCC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177" name="Google Shape;177;p18"/>
          <p:cNvGrpSpPr/>
          <p:nvPr/>
        </p:nvGrpSpPr>
        <p:grpSpPr>
          <a:xfrm>
            <a:off x="12838743" y="8943018"/>
            <a:ext cx="838200" cy="838200"/>
            <a:chOff x="8838243" y="8943018"/>
            <a:chExt cx="838200" cy="838200"/>
          </a:xfrm>
        </p:grpSpPr>
        <p:sp>
          <p:nvSpPr>
            <p:cNvPr id="178" name="Google Shape;178;p18"/>
            <p:cNvSpPr/>
            <p:nvPr/>
          </p:nvSpPr>
          <p:spPr>
            <a:xfrm>
              <a:off x="8838243" y="8943018"/>
              <a:ext cx="838200" cy="838200"/>
            </a:xfrm>
            <a:custGeom>
              <a:rect b="b" l="l" r="r" t="t"/>
              <a:pathLst>
                <a:path extrusionOk="0" h="838200" w="838200">
                  <a:moveTo>
                    <a:pt x="458976" y="838196"/>
                  </a:moveTo>
                  <a:lnTo>
                    <a:pt x="381125" y="838196"/>
                  </a:lnTo>
                  <a:lnTo>
                    <a:pt x="332728" y="830862"/>
                  </a:lnTo>
                  <a:lnTo>
                    <a:pt x="286292" y="818166"/>
                  </a:lnTo>
                  <a:lnTo>
                    <a:pt x="242148" y="800442"/>
                  </a:lnTo>
                  <a:lnTo>
                    <a:pt x="200630" y="778024"/>
                  </a:lnTo>
                  <a:lnTo>
                    <a:pt x="162070" y="751244"/>
                  </a:lnTo>
                  <a:lnTo>
                    <a:pt x="126801" y="720435"/>
                  </a:lnTo>
                  <a:lnTo>
                    <a:pt x="95156" y="685932"/>
                  </a:lnTo>
                  <a:lnTo>
                    <a:pt x="67466" y="648068"/>
                  </a:lnTo>
                  <a:lnTo>
                    <a:pt x="44065" y="607175"/>
                  </a:lnTo>
                  <a:lnTo>
                    <a:pt x="25285" y="563587"/>
                  </a:lnTo>
                  <a:lnTo>
                    <a:pt x="11459" y="517637"/>
                  </a:lnTo>
                  <a:lnTo>
                    <a:pt x="2920" y="469660"/>
                  </a:lnTo>
                  <a:lnTo>
                    <a:pt x="0" y="419987"/>
                  </a:lnTo>
                  <a:lnTo>
                    <a:pt x="2827" y="371115"/>
                  </a:lnTo>
                  <a:lnTo>
                    <a:pt x="11100" y="323877"/>
                  </a:lnTo>
                  <a:lnTo>
                    <a:pt x="24500" y="278592"/>
                  </a:lnTo>
                  <a:lnTo>
                    <a:pt x="42710" y="235576"/>
                  </a:lnTo>
                  <a:lnTo>
                    <a:pt x="65413" y="195147"/>
                  </a:lnTo>
                  <a:lnTo>
                    <a:pt x="92292" y="157621"/>
                  </a:lnTo>
                  <a:lnTo>
                    <a:pt x="123030" y="123316"/>
                  </a:lnTo>
                  <a:lnTo>
                    <a:pt x="157310" y="92549"/>
                  </a:lnTo>
                  <a:lnTo>
                    <a:pt x="194814" y="65636"/>
                  </a:lnTo>
                  <a:lnTo>
                    <a:pt x="235226" y="42896"/>
                  </a:lnTo>
                  <a:lnTo>
                    <a:pt x="278228" y="24645"/>
                  </a:lnTo>
                  <a:lnTo>
                    <a:pt x="323504" y="11201"/>
                  </a:lnTo>
                  <a:lnTo>
                    <a:pt x="370736" y="2880"/>
                  </a:lnTo>
                  <a:lnTo>
                    <a:pt x="419606" y="0"/>
                  </a:lnTo>
                  <a:lnTo>
                    <a:pt x="420368" y="0"/>
                  </a:lnTo>
                  <a:lnTo>
                    <a:pt x="468473" y="2880"/>
                  </a:lnTo>
                  <a:lnTo>
                    <a:pt x="469495" y="2880"/>
                  </a:lnTo>
                  <a:lnTo>
                    <a:pt x="517952" y="11551"/>
                  </a:lnTo>
                  <a:lnTo>
                    <a:pt x="563864" y="25405"/>
                  </a:lnTo>
                  <a:lnTo>
                    <a:pt x="419895" y="25405"/>
                  </a:lnTo>
                  <a:lnTo>
                    <a:pt x="370564" y="28480"/>
                  </a:lnTo>
                  <a:lnTo>
                    <a:pt x="322953" y="37473"/>
                  </a:lnTo>
                  <a:lnTo>
                    <a:pt x="277526" y="52005"/>
                  </a:lnTo>
                  <a:lnTo>
                    <a:pt x="234655" y="71705"/>
                  </a:lnTo>
                  <a:lnTo>
                    <a:pt x="194714" y="96198"/>
                  </a:lnTo>
                  <a:lnTo>
                    <a:pt x="158076" y="125113"/>
                  </a:lnTo>
                  <a:lnTo>
                    <a:pt x="125113" y="158076"/>
                  </a:lnTo>
                  <a:lnTo>
                    <a:pt x="96198" y="194714"/>
                  </a:lnTo>
                  <a:lnTo>
                    <a:pt x="71705" y="234655"/>
                  </a:lnTo>
                  <a:lnTo>
                    <a:pt x="52005" y="277526"/>
                  </a:lnTo>
                  <a:lnTo>
                    <a:pt x="37473" y="322953"/>
                  </a:lnTo>
                  <a:lnTo>
                    <a:pt x="28480" y="370564"/>
                  </a:lnTo>
                  <a:lnTo>
                    <a:pt x="25399" y="419987"/>
                  </a:lnTo>
                  <a:lnTo>
                    <a:pt x="28480" y="469410"/>
                  </a:lnTo>
                  <a:lnTo>
                    <a:pt x="37473" y="517021"/>
                  </a:lnTo>
                  <a:lnTo>
                    <a:pt x="52005" y="562448"/>
                  </a:lnTo>
                  <a:lnTo>
                    <a:pt x="71705" y="605319"/>
                  </a:lnTo>
                  <a:lnTo>
                    <a:pt x="96198" y="645260"/>
                  </a:lnTo>
                  <a:lnTo>
                    <a:pt x="125113" y="681898"/>
                  </a:lnTo>
                  <a:lnTo>
                    <a:pt x="158076" y="714861"/>
                  </a:lnTo>
                  <a:lnTo>
                    <a:pt x="194714" y="743775"/>
                  </a:lnTo>
                  <a:lnTo>
                    <a:pt x="234655" y="768269"/>
                  </a:lnTo>
                  <a:lnTo>
                    <a:pt x="277526" y="787968"/>
                  </a:lnTo>
                  <a:lnTo>
                    <a:pt x="322953" y="802501"/>
                  </a:lnTo>
                  <a:lnTo>
                    <a:pt x="370564" y="811494"/>
                  </a:lnTo>
                  <a:lnTo>
                    <a:pt x="419987" y="814574"/>
                  </a:lnTo>
                  <a:lnTo>
                    <a:pt x="562811" y="814574"/>
                  </a:lnTo>
                  <a:lnTo>
                    <a:pt x="555408" y="817593"/>
                  </a:lnTo>
                  <a:lnTo>
                    <a:pt x="508209" y="830669"/>
                  </a:lnTo>
                  <a:lnTo>
                    <a:pt x="458976" y="838196"/>
                  </a:lnTo>
                  <a:close/>
                </a:path>
                <a:path extrusionOk="0" h="838200" w="838200">
                  <a:moveTo>
                    <a:pt x="562811" y="814574"/>
                  </a:moveTo>
                  <a:lnTo>
                    <a:pt x="419987" y="814574"/>
                  </a:lnTo>
                  <a:lnTo>
                    <a:pt x="469410" y="811494"/>
                  </a:lnTo>
                  <a:lnTo>
                    <a:pt x="517021" y="802501"/>
                  </a:lnTo>
                  <a:lnTo>
                    <a:pt x="562448" y="787968"/>
                  </a:lnTo>
                  <a:lnTo>
                    <a:pt x="605319" y="768269"/>
                  </a:lnTo>
                  <a:lnTo>
                    <a:pt x="645260" y="743775"/>
                  </a:lnTo>
                  <a:lnTo>
                    <a:pt x="681898" y="714861"/>
                  </a:lnTo>
                  <a:lnTo>
                    <a:pt x="714861" y="681898"/>
                  </a:lnTo>
                  <a:lnTo>
                    <a:pt x="743775" y="645260"/>
                  </a:lnTo>
                  <a:lnTo>
                    <a:pt x="768269" y="605319"/>
                  </a:lnTo>
                  <a:lnTo>
                    <a:pt x="787968" y="562448"/>
                  </a:lnTo>
                  <a:lnTo>
                    <a:pt x="802501" y="517021"/>
                  </a:lnTo>
                  <a:lnTo>
                    <a:pt x="811447" y="469660"/>
                  </a:lnTo>
                  <a:lnTo>
                    <a:pt x="811494" y="469410"/>
                  </a:lnTo>
                  <a:lnTo>
                    <a:pt x="814574" y="419987"/>
                  </a:lnTo>
                  <a:lnTo>
                    <a:pt x="811528" y="371115"/>
                  </a:lnTo>
                  <a:lnTo>
                    <a:pt x="811494" y="370564"/>
                  </a:lnTo>
                  <a:lnTo>
                    <a:pt x="802501" y="322953"/>
                  </a:lnTo>
                  <a:lnTo>
                    <a:pt x="787968" y="277526"/>
                  </a:lnTo>
                  <a:lnTo>
                    <a:pt x="768269" y="234655"/>
                  </a:lnTo>
                  <a:lnTo>
                    <a:pt x="743775" y="194714"/>
                  </a:lnTo>
                  <a:lnTo>
                    <a:pt x="714861" y="158076"/>
                  </a:lnTo>
                  <a:lnTo>
                    <a:pt x="681898" y="125113"/>
                  </a:lnTo>
                  <a:lnTo>
                    <a:pt x="645260" y="96198"/>
                  </a:lnTo>
                  <a:lnTo>
                    <a:pt x="605319" y="71705"/>
                  </a:lnTo>
                  <a:lnTo>
                    <a:pt x="562448" y="52005"/>
                  </a:lnTo>
                  <a:lnTo>
                    <a:pt x="517021" y="37473"/>
                  </a:lnTo>
                  <a:lnTo>
                    <a:pt x="469410" y="28480"/>
                  </a:lnTo>
                  <a:lnTo>
                    <a:pt x="420080" y="25405"/>
                  </a:lnTo>
                  <a:lnTo>
                    <a:pt x="563864" y="25405"/>
                  </a:lnTo>
                  <a:lnTo>
                    <a:pt x="607413" y="44202"/>
                  </a:lnTo>
                  <a:lnTo>
                    <a:pt x="648267" y="67612"/>
                  </a:lnTo>
                  <a:lnTo>
                    <a:pt x="686094" y="95301"/>
                  </a:lnTo>
                  <a:lnTo>
                    <a:pt x="720560" y="126940"/>
                  </a:lnTo>
                  <a:lnTo>
                    <a:pt x="751335" y="162195"/>
                  </a:lnTo>
                  <a:lnTo>
                    <a:pt x="778085" y="200736"/>
                  </a:lnTo>
                  <a:lnTo>
                    <a:pt x="800478" y="242232"/>
                  </a:lnTo>
                  <a:lnTo>
                    <a:pt x="818183" y="286349"/>
                  </a:lnTo>
                  <a:lnTo>
                    <a:pt x="830866" y="332757"/>
                  </a:lnTo>
                  <a:lnTo>
                    <a:pt x="838196" y="381125"/>
                  </a:lnTo>
                  <a:lnTo>
                    <a:pt x="838196" y="458849"/>
                  </a:lnTo>
                  <a:lnTo>
                    <a:pt x="830669" y="508111"/>
                  </a:lnTo>
                  <a:lnTo>
                    <a:pt x="817594" y="555335"/>
                  </a:lnTo>
                  <a:lnTo>
                    <a:pt x="799321" y="600168"/>
                  </a:lnTo>
                  <a:lnTo>
                    <a:pt x="776202" y="642260"/>
                  </a:lnTo>
                  <a:lnTo>
                    <a:pt x="748589" y="681260"/>
                  </a:lnTo>
                  <a:lnTo>
                    <a:pt x="716833" y="716817"/>
                  </a:lnTo>
                  <a:lnTo>
                    <a:pt x="681285" y="748580"/>
                  </a:lnTo>
                  <a:lnTo>
                    <a:pt x="642297" y="776197"/>
                  </a:lnTo>
                  <a:lnTo>
                    <a:pt x="600221" y="799319"/>
                  </a:lnTo>
                  <a:lnTo>
                    <a:pt x="562811" y="814574"/>
                  </a:lnTo>
                  <a:close/>
                </a:path>
              </a:pathLst>
            </a:custGeom>
            <a:solidFill>
              <a:srgbClr val="9DCC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9" name="Google Shape;179;p18"/>
            <p:cNvSpPr/>
            <p:nvPr/>
          </p:nvSpPr>
          <p:spPr>
            <a:xfrm>
              <a:off x="9187746" y="9204129"/>
              <a:ext cx="192405" cy="318135"/>
            </a:xfrm>
            <a:custGeom>
              <a:rect b="b" l="l" r="r" t="t"/>
              <a:pathLst>
                <a:path extrusionOk="0" h="318134" w="192404">
                  <a:moveTo>
                    <a:pt x="36703" y="317752"/>
                  </a:moveTo>
                  <a:lnTo>
                    <a:pt x="0" y="282446"/>
                  </a:lnTo>
                  <a:lnTo>
                    <a:pt x="120649" y="157224"/>
                  </a:lnTo>
                  <a:lnTo>
                    <a:pt x="254" y="35940"/>
                  </a:lnTo>
                  <a:lnTo>
                    <a:pt x="36448" y="0"/>
                  </a:lnTo>
                  <a:lnTo>
                    <a:pt x="191896" y="156590"/>
                  </a:lnTo>
                  <a:lnTo>
                    <a:pt x="36703" y="317752"/>
                  </a:lnTo>
                  <a:close/>
                </a:path>
              </a:pathLst>
            </a:custGeom>
            <a:solidFill>
              <a:srgbClr val="2E2E2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80" name="Google Shape;180;p18"/>
          <p:cNvSpPr txBox="1"/>
          <p:nvPr>
            <p:ph type="title"/>
          </p:nvPr>
        </p:nvSpPr>
        <p:spPr>
          <a:xfrm>
            <a:off x="182877" y="507382"/>
            <a:ext cx="18135600" cy="2909100"/>
          </a:xfrm>
          <a:prstGeom prst="rect">
            <a:avLst/>
          </a:prstGeom>
          <a:noFill/>
          <a:ln>
            <a:noFill/>
          </a:ln>
        </p:spPr>
        <p:txBody>
          <a:bodyPr anchorCtr="0" anchor="t" bIns="0" lIns="0" spcFirstLastPara="1" rIns="0" wrap="square" tIns="15225">
            <a:spAutoFit/>
          </a:bodyPr>
          <a:lstStyle/>
          <a:p>
            <a:pPr indent="0" lvl="0" marL="12700" rtl="0" algn="l">
              <a:spcBef>
                <a:spcPts val="0"/>
              </a:spcBef>
              <a:spcAft>
                <a:spcPts val="0"/>
              </a:spcAft>
              <a:buNone/>
            </a:pPr>
            <a:r>
              <a:rPr b="1" lang="en-US" sz="4800">
                <a:solidFill>
                  <a:srgbClr val="0C0C0C"/>
                </a:solidFill>
                <a:latin typeface="Calibri"/>
                <a:ea typeface="Calibri"/>
                <a:cs typeface="Calibri"/>
                <a:sym typeface="Calibri"/>
              </a:rPr>
              <a:t>Five</a:t>
            </a:r>
            <a:r>
              <a:rPr b="1" i="1" lang="en-US" sz="4800">
                <a:solidFill>
                  <a:srgbClr val="0C0C0C"/>
                </a:solidFill>
                <a:latin typeface="Calibri"/>
                <a:ea typeface="Calibri"/>
                <a:cs typeface="Calibri"/>
                <a:sym typeface="Calibri"/>
              </a:rPr>
              <a:t> </a:t>
            </a:r>
            <a:r>
              <a:rPr b="1" lang="en-US" sz="4800">
                <a:solidFill>
                  <a:srgbClr val="0C0C0C"/>
                </a:solidFill>
                <a:latin typeface="Calibri"/>
                <a:ea typeface="Calibri"/>
                <a:cs typeface="Calibri"/>
                <a:sym typeface="Calibri"/>
              </a:rPr>
              <a:t>Pillars to achieve net zero emission goal by 2070</a:t>
            </a:r>
            <a:br>
              <a:rPr b="1" lang="en-US" sz="4400">
                <a:solidFill>
                  <a:srgbClr val="0C0C0C"/>
                </a:solidFill>
                <a:latin typeface="Calibri"/>
                <a:ea typeface="Calibri"/>
                <a:cs typeface="Calibri"/>
                <a:sym typeface="Calibri"/>
              </a:rPr>
            </a:br>
            <a:r>
              <a:rPr b="0" i="0" lang="en-US" sz="3200" u="none" strike="noStrike">
                <a:solidFill>
                  <a:srgbClr val="0C0C0C"/>
                </a:solidFill>
                <a:latin typeface="Arial"/>
                <a:ea typeface="Arial"/>
                <a:cs typeface="Arial"/>
                <a:sym typeface="Arial"/>
              </a:rPr>
              <a:t>India's path to net-zero by 2070, according to the </a:t>
            </a:r>
            <a:r>
              <a:rPr b="1" i="0" lang="en-US" sz="3200" u="none" strike="noStrike">
                <a:solidFill>
                  <a:srgbClr val="0C0C0C"/>
                </a:solidFill>
                <a:latin typeface="Arial"/>
                <a:ea typeface="Arial"/>
                <a:cs typeface="Arial"/>
                <a:sym typeface="Arial"/>
              </a:rPr>
              <a:t>World Economic Forum (WEF)</a:t>
            </a:r>
            <a:r>
              <a:rPr b="0" i="0" lang="en-US" sz="3200" u="none" strike="noStrike">
                <a:solidFill>
                  <a:srgbClr val="0C0C0C"/>
                </a:solidFill>
                <a:latin typeface="Arial"/>
                <a:ea typeface="Arial"/>
                <a:cs typeface="Arial"/>
                <a:sym typeface="Arial"/>
              </a:rPr>
              <a:t>, hinges on decisive action across these five essential pillars.</a:t>
            </a:r>
            <a:br>
              <a:rPr b="1" lang="en-US" sz="3200">
                <a:solidFill>
                  <a:srgbClr val="0C0C0C"/>
                </a:solidFill>
                <a:latin typeface="Calibri"/>
                <a:ea typeface="Calibri"/>
                <a:cs typeface="Calibri"/>
                <a:sym typeface="Calibri"/>
              </a:rPr>
            </a:br>
            <a:r>
              <a:rPr b="1" lang="en-US" sz="3200">
                <a:solidFill>
                  <a:srgbClr val="0C0C0C"/>
                </a:solidFill>
                <a:latin typeface="Calibri"/>
                <a:ea typeface="Calibri"/>
                <a:cs typeface="Calibri"/>
                <a:sym typeface="Calibri"/>
              </a:rPr>
              <a:t> </a:t>
            </a:r>
            <a:br>
              <a:rPr b="1" lang="en-US" sz="4400">
                <a:solidFill>
                  <a:srgbClr val="0C0C0C"/>
                </a:solidFill>
                <a:latin typeface="Calibri"/>
                <a:ea typeface="Calibri"/>
                <a:cs typeface="Calibri"/>
                <a:sym typeface="Calibri"/>
              </a:rPr>
            </a:br>
            <a:endParaRPr b="1" sz="4400">
              <a:solidFill>
                <a:srgbClr val="0C0C0C"/>
              </a:solidFill>
              <a:latin typeface="Calibri"/>
              <a:ea typeface="Calibri"/>
              <a:cs typeface="Calibri"/>
              <a:sym typeface="Calibri"/>
            </a:endParaRPr>
          </a:p>
        </p:txBody>
      </p:sp>
      <p:sp>
        <p:nvSpPr>
          <p:cNvPr id="181" name="Google Shape;181;p18"/>
          <p:cNvSpPr/>
          <p:nvPr/>
        </p:nvSpPr>
        <p:spPr>
          <a:xfrm>
            <a:off x="0" y="2705100"/>
            <a:ext cx="3657600" cy="7696200"/>
          </a:xfrm>
          <a:prstGeom prst="rect">
            <a:avLst/>
          </a:prstGeom>
          <a:solidFill>
            <a:srgbClr val="BED8AE"/>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182" name="Google Shape;182;p18"/>
          <p:cNvSpPr/>
          <p:nvPr/>
        </p:nvSpPr>
        <p:spPr>
          <a:xfrm>
            <a:off x="3657600" y="2705100"/>
            <a:ext cx="3657600" cy="7696200"/>
          </a:xfrm>
          <a:prstGeom prst="rect">
            <a:avLst/>
          </a:prstGeom>
          <a:solidFill>
            <a:srgbClr val="A9CF97"/>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183" name="Google Shape;183;p18"/>
          <p:cNvSpPr/>
          <p:nvPr/>
        </p:nvSpPr>
        <p:spPr>
          <a:xfrm>
            <a:off x="7315200" y="2705100"/>
            <a:ext cx="3657600" cy="7696200"/>
          </a:xfrm>
          <a:prstGeom prst="rect">
            <a:avLst/>
          </a:prstGeom>
          <a:solidFill>
            <a:srgbClr val="88BC81"/>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184" name="Google Shape;184;p18"/>
          <p:cNvSpPr/>
          <p:nvPr/>
        </p:nvSpPr>
        <p:spPr>
          <a:xfrm>
            <a:off x="10972800" y="2705100"/>
            <a:ext cx="3657600" cy="7696200"/>
          </a:xfrm>
          <a:prstGeom prst="rect">
            <a:avLst/>
          </a:prstGeom>
          <a:solidFill>
            <a:srgbClr val="61A668"/>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185" name="Google Shape;185;p18"/>
          <p:cNvSpPr/>
          <p:nvPr/>
        </p:nvSpPr>
        <p:spPr>
          <a:xfrm>
            <a:off x="14630400" y="2705100"/>
            <a:ext cx="3657600" cy="7696200"/>
          </a:xfrm>
          <a:prstGeom prst="rect">
            <a:avLst/>
          </a:prstGeom>
          <a:solidFill>
            <a:srgbClr val="4B9A58"/>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186" name="Google Shape;186;p18"/>
          <p:cNvSpPr txBox="1"/>
          <p:nvPr/>
        </p:nvSpPr>
        <p:spPr>
          <a:xfrm>
            <a:off x="45720" y="2550770"/>
            <a:ext cx="3657600" cy="1692771"/>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3200">
              <a:solidFill>
                <a:schemeClr val="lt1"/>
              </a:solidFill>
            </a:endParaRPr>
          </a:p>
          <a:p>
            <a:pPr indent="0" lvl="0" marL="0" rtl="0" algn="l">
              <a:spcBef>
                <a:spcPts val="0"/>
              </a:spcBef>
              <a:spcAft>
                <a:spcPts val="0"/>
              </a:spcAft>
              <a:buNone/>
            </a:pPr>
            <a:r>
              <a:rPr lang="en-US" sz="3600">
                <a:solidFill>
                  <a:schemeClr val="lt1"/>
                </a:solidFill>
                <a:latin typeface="Calibri"/>
                <a:ea typeface="Calibri"/>
                <a:cs typeface="Calibri"/>
                <a:sym typeface="Calibri"/>
              </a:rPr>
              <a:t>Low-Carbon Energy</a:t>
            </a:r>
            <a:endParaRPr/>
          </a:p>
        </p:txBody>
      </p:sp>
      <p:sp>
        <p:nvSpPr>
          <p:cNvPr id="187" name="Google Shape;187;p18"/>
          <p:cNvSpPr txBox="1"/>
          <p:nvPr/>
        </p:nvSpPr>
        <p:spPr>
          <a:xfrm>
            <a:off x="0" y="4260043"/>
            <a:ext cx="3581400" cy="649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rPr lang="en-US" sz="2400">
                <a:solidFill>
                  <a:schemeClr val="lt1"/>
                </a:solidFill>
              </a:rPr>
              <a:t>Accelerated adoption of renewable/green energy/H2 across India</a:t>
            </a:r>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rPr b="1" lang="en-US" sz="20000">
                <a:solidFill>
                  <a:schemeClr val="lt1"/>
                </a:solidFill>
              </a:rPr>
              <a:t> </a:t>
            </a:r>
            <a:r>
              <a:rPr b="1" lang="en-US" sz="2800">
                <a:solidFill>
                  <a:schemeClr val="lt1"/>
                </a:solidFill>
              </a:rPr>
              <a:t>      </a:t>
            </a:r>
            <a:r>
              <a:rPr b="1" lang="en-US" sz="20000">
                <a:solidFill>
                  <a:schemeClr val="lt1"/>
                </a:solidFill>
              </a:rPr>
              <a:t> </a:t>
            </a:r>
            <a:r>
              <a:rPr b="1" lang="en-US" sz="19000">
                <a:solidFill>
                  <a:schemeClr val="lt1"/>
                </a:solidFill>
              </a:rPr>
              <a:t>1</a:t>
            </a:r>
            <a:endParaRPr/>
          </a:p>
        </p:txBody>
      </p:sp>
      <p:sp>
        <p:nvSpPr>
          <p:cNvPr id="188" name="Google Shape;188;p18"/>
          <p:cNvSpPr txBox="1"/>
          <p:nvPr/>
        </p:nvSpPr>
        <p:spPr>
          <a:xfrm>
            <a:off x="3657600" y="2781300"/>
            <a:ext cx="3657600" cy="92333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1800" u="sng">
              <a:solidFill>
                <a:schemeClr val="lt1"/>
              </a:solidFill>
            </a:endParaRPr>
          </a:p>
          <a:p>
            <a:pPr indent="0" lvl="0" marL="0" rtl="0" algn="l">
              <a:spcBef>
                <a:spcPts val="0"/>
              </a:spcBef>
              <a:spcAft>
                <a:spcPts val="0"/>
              </a:spcAft>
              <a:buNone/>
            </a:pPr>
            <a:r>
              <a:rPr lang="en-US" sz="3600">
                <a:solidFill>
                  <a:schemeClr val="lt1"/>
                </a:solidFill>
              </a:rPr>
              <a:t>Green Mobility</a:t>
            </a:r>
            <a:endParaRPr/>
          </a:p>
        </p:txBody>
      </p:sp>
      <p:sp>
        <p:nvSpPr>
          <p:cNvPr id="189" name="Google Shape;189;p18"/>
          <p:cNvSpPr txBox="1"/>
          <p:nvPr/>
        </p:nvSpPr>
        <p:spPr>
          <a:xfrm>
            <a:off x="3657600" y="4533900"/>
            <a:ext cx="3657600" cy="6126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2400">
                <a:solidFill>
                  <a:schemeClr val="lt1"/>
                </a:solidFill>
              </a:rPr>
              <a:t>Adoption of electric, hydrogen, LPG/LNG, and other alternative green technology-based mobility platforms</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rPr lang="en-US" sz="2400">
                <a:solidFill>
                  <a:schemeClr val="lt1"/>
                </a:solidFill>
              </a:rPr>
              <a:t>                       </a:t>
            </a:r>
            <a:r>
              <a:rPr lang="en-US" sz="20000">
                <a:solidFill>
                  <a:schemeClr val="lt1"/>
                </a:solidFill>
              </a:rPr>
              <a:t>2</a:t>
            </a:r>
            <a:endParaRPr sz="2400">
              <a:solidFill>
                <a:schemeClr val="lt1"/>
              </a:solidFill>
            </a:endParaRPr>
          </a:p>
        </p:txBody>
      </p:sp>
      <p:sp>
        <p:nvSpPr>
          <p:cNvPr id="190" name="Google Shape;190;p18"/>
          <p:cNvSpPr txBox="1"/>
          <p:nvPr/>
        </p:nvSpPr>
        <p:spPr>
          <a:xfrm>
            <a:off x="7315200" y="4533900"/>
            <a:ext cx="3657600" cy="3170099"/>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20000">
                <a:solidFill>
                  <a:schemeClr val="lt1"/>
                </a:solidFill>
              </a:rPr>
              <a:t> </a:t>
            </a:r>
            <a:r>
              <a:rPr lang="en-US" sz="2400">
                <a:solidFill>
                  <a:schemeClr val="lt1"/>
                </a:solidFill>
              </a:rPr>
              <a:t>    </a:t>
            </a:r>
            <a:endParaRPr/>
          </a:p>
        </p:txBody>
      </p:sp>
      <p:sp>
        <p:nvSpPr>
          <p:cNvPr id="191" name="Google Shape;191;p18"/>
          <p:cNvSpPr txBox="1"/>
          <p:nvPr/>
        </p:nvSpPr>
        <p:spPr>
          <a:xfrm>
            <a:off x="11049000" y="4610100"/>
            <a:ext cx="3657600" cy="5943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1800"/>
          </a:p>
        </p:txBody>
      </p:sp>
      <p:sp>
        <p:nvSpPr>
          <p:cNvPr id="192" name="Google Shape;192;p18"/>
          <p:cNvSpPr txBox="1"/>
          <p:nvPr/>
        </p:nvSpPr>
        <p:spPr>
          <a:xfrm>
            <a:off x="14630400" y="4343400"/>
            <a:ext cx="3657600" cy="5943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1800"/>
          </a:p>
        </p:txBody>
      </p:sp>
      <p:sp>
        <p:nvSpPr>
          <p:cNvPr id="193" name="Google Shape;193;p18"/>
          <p:cNvSpPr txBox="1"/>
          <p:nvPr/>
        </p:nvSpPr>
        <p:spPr>
          <a:xfrm>
            <a:off x="7239000" y="2586646"/>
            <a:ext cx="3810000" cy="1892826"/>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1800" u="sng">
              <a:solidFill>
                <a:schemeClr val="lt1"/>
              </a:solidFill>
            </a:endParaRPr>
          </a:p>
          <a:p>
            <a:pPr indent="0" lvl="0" marL="0" rtl="0" algn="l">
              <a:spcBef>
                <a:spcPts val="0"/>
              </a:spcBef>
              <a:spcAft>
                <a:spcPts val="0"/>
              </a:spcAft>
              <a:buNone/>
            </a:pPr>
            <a:r>
              <a:rPr lang="en-US" sz="3300">
                <a:solidFill>
                  <a:schemeClr val="lt1"/>
                </a:solidFill>
              </a:rPr>
              <a:t>Decarbonization of Energy-Intensive Industries</a:t>
            </a:r>
            <a:endParaRPr/>
          </a:p>
        </p:txBody>
      </p:sp>
      <p:sp>
        <p:nvSpPr>
          <p:cNvPr id="194" name="Google Shape;194;p18"/>
          <p:cNvSpPr txBox="1"/>
          <p:nvPr/>
        </p:nvSpPr>
        <p:spPr>
          <a:xfrm>
            <a:off x="10972800" y="2705100"/>
            <a:ext cx="3733800" cy="2031325"/>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rPr lang="en-US" sz="3600">
                <a:solidFill>
                  <a:schemeClr val="lt1"/>
                </a:solidFill>
              </a:rPr>
              <a:t>Green Buildings, Infrastructure and Cities</a:t>
            </a:r>
            <a:endParaRPr/>
          </a:p>
        </p:txBody>
      </p:sp>
      <p:sp>
        <p:nvSpPr>
          <p:cNvPr id="195" name="Google Shape;195;p18"/>
          <p:cNvSpPr txBox="1"/>
          <p:nvPr/>
        </p:nvSpPr>
        <p:spPr>
          <a:xfrm>
            <a:off x="14584680" y="2705100"/>
            <a:ext cx="3733800" cy="1477328"/>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1800" u="sng">
              <a:solidFill>
                <a:schemeClr val="lt1"/>
              </a:solidFill>
            </a:endParaRPr>
          </a:p>
          <a:p>
            <a:pPr indent="0" lvl="0" marL="0" rtl="0" algn="l">
              <a:spcBef>
                <a:spcPts val="0"/>
              </a:spcBef>
              <a:spcAft>
                <a:spcPts val="0"/>
              </a:spcAft>
              <a:buNone/>
            </a:pPr>
            <a:r>
              <a:rPr lang="en-US" sz="3600">
                <a:solidFill>
                  <a:schemeClr val="lt1"/>
                </a:solidFill>
              </a:rPr>
              <a:t>Sustainable Agriculture</a:t>
            </a:r>
            <a:endParaRPr/>
          </a:p>
        </p:txBody>
      </p:sp>
      <p:sp>
        <p:nvSpPr>
          <p:cNvPr id="196" name="Google Shape;196;p18"/>
          <p:cNvSpPr txBox="1"/>
          <p:nvPr/>
        </p:nvSpPr>
        <p:spPr>
          <a:xfrm>
            <a:off x="7315200" y="4457700"/>
            <a:ext cx="3657600" cy="2308324"/>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rPr lang="en-US" sz="2400">
                <a:solidFill>
                  <a:schemeClr val="lt1"/>
                </a:solidFill>
              </a:rPr>
              <a:t>                     </a:t>
            </a:r>
            <a:endParaRPr/>
          </a:p>
        </p:txBody>
      </p:sp>
      <p:sp>
        <p:nvSpPr>
          <p:cNvPr id="197" name="Google Shape;197;p18"/>
          <p:cNvSpPr txBox="1"/>
          <p:nvPr/>
        </p:nvSpPr>
        <p:spPr>
          <a:xfrm>
            <a:off x="7353300" y="4518888"/>
            <a:ext cx="3657600" cy="6126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rPr lang="en-US" sz="2400">
                <a:solidFill>
                  <a:schemeClr val="lt1"/>
                </a:solidFill>
              </a:rPr>
              <a:t>Modernizing and decarbonizing energy-intensive industries through the adoption of green technologies and standards</a:t>
            </a:r>
            <a:endParaRPr sz="2400">
              <a:solidFill>
                <a:schemeClr val="lt1"/>
              </a:solidFill>
            </a:endParaRPr>
          </a:p>
          <a:p>
            <a:pPr indent="0" lvl="0" marL="0" rtl="0" algn="l">
              <a:spcBef>
                <a:spcPts val="0"/>
              </a:spcBef>
              <a:spcAft>
                <a:spcPts val="0"/>
              </a:spcAft>
              <a:buNone/>
            </a:pPr>
            <a:r>
              <a:rPr lang="en-US" sz="2400">
                <a:solidFill>
                  <a:schemeClr val="lt1"/>
                </a:solidFill>
              </a:rPr>
              <a:t>                        </a:t>
            </a:r>
            <a:r>
              <a:rPr lang="en-US" sz="20000">
                <a:solidFill>
                  <a:schemeClr val="lt1"/>
                </a:solidFill>
              </a:rPr>
              <a:t>3</a:t>
            </a:r>
            <a:endParaRPr sz="2400">
              <a:solidFill>
                <a:schemeClr val="lt1"/>
              </a:solidFill>
            </a:endParaRPr>
          </a:p>
        </p:txBody>
      </p:sp>
      <p:sp>
        <p:nvSpPr>
          <p:cNvPr id="198" name="Google Shape;198;p18"/>
          <p:cNvSpPr txBox="1"/>
          <p:nvPr/>
        </p:nvSpPr>
        <p:spPr>
          <a:xfrm>
            <a:off x="10972800" y="4457700"/>
            <a:ext cx="3657600" cy="649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rPr lang="en-US" sz="2400">
                <a:solidFill>
                  <a:schemeClr val="lt1"/>
                </a:solidFill>
              </a:rPr>
              <a:t>Promoting green cities, energy efficient buildings, and green construction technologies in future infrastructure projects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rPr lang="en-US" sz="2400">
                <a:solidFill>
                  <a:schemeClr val="lt1"/>
                </a:solidFill>
              </a:rPr>
              <a:t>                        </a:t>
            </a:r>
            <a:r>
              <a:rPr lang="en-US" sz="20000">
                <a:solidFill>
                  <a:schemeClr val="lt1"/>
                </a:solidFill>
              </a:rPr>
              <a:t>4</a:t>
            </a:r>
            <a:endParaRPr/>
          </a:p>
          <a:p>
            <a:pPr indent="0" lvl="0" marL="0" rtl="0" algn="l">
              <a:spcBef>
                <a:spcPts val="0"/>
              </a:spcBef>
              <a:spcAft>
                <a:spcPts val="0"/>
              </a:spcAft>
              <a:buNone/>
            </a:pPr>
            <a:r>
              <a:t/>
            </a:r>
            <a:endParaRPr sz="2400">
              <a:solidFill>
                <a:schemeClr val="lt1"/>
              </a:solidFill>
            </a:endParaRPr>
          </a:p>
        </p:txBody>
      </p:sp>
      <p:sp>
        <p:nvSpPr>
          <p:cNvPr id="199" name="Google Shape;199;p18"/>
          <p:cNvSpPr txBox="1"/>
          <p:nvPr/>
        </p:nvSpPr>
        <p:spPr>
          <a:xfrm>
            <a:off x="14630400" y="4381500"/>
            <a:ext cx="3657600" cy="649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rPr lang="en-US" sz="2400">
                <a:solidFill>
                  <a:schemeClr val="lt1"/>
                </a:solidFill>
              </a:rPr>
              <a:t>Transitioning to sustainable methods of farming</a:t>
            </a:r>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rPr lang="en-US" sz="2400">
                <a:solidFill>
                  <a:schemeClr val="lt1"/>
                </a:solidFill>
              </a:rPr>
              <a:t>                        </a:t>
            </a:r>
            <a:r>
              <a:rPr lang="en-US" sz="20000">
                <a:solidFill>
                  <a:schemeClr val="lt1"/>
                </a:solidFill>
              </a:rPr>
              <a:t>5</a:t>
            </a:r>
            <a:endParaRPr/>
          </a:p>
          <a:p>
            <a:pPr indent="0" lvl="0" marL="0" rtl="0" algn="l">
              <a:spcBef>
                <a:spcPts val="0"/>
              </a:spcBef>
              <a:spcAft>
                <a:spcPts val="0"/>
              </a:spcAft>
              <a:buNone/>
            </a:pPr>
            <a:r>
              <a:t/>
            </a:r>
            <a:endParaRPr sz="2400">
              <a:solidFill>
                <a:schemeClr val="lt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4" name="Shape 204"/>
        <p:cNvGrpSpPr/>
        <p:nvPr/>
      </p:nvGrpSpPr>
      <p:grpSpPr>
        <a:xfrm>
          <a:off x="0" y="0"/>
          <a:ext cx="0" cy="0"/>
          <a:chOff x="0" y="0"/>
          <a:chExt cx="0" cy="0"/>
        </a:xfrm>
      </p:grpSpPr>
      <p:sp>
        <p:nvSpPr>
          <p:cNvPr id="205" name="Google Shape;205;p19"/>
          <p:cNvSpPr/>
          <p:nvPr/>
        </p:nvSpPr>
        <p:spPr>
          <a:xfrm>
            <a:off x="8042528" y="9315450"/>
            <a:ext cx="4433570" cy="646331"/>
          </a:xfrm>
          <a:custGeom>
            <a:rect b="b" l="l" r="r" t="t"/>
            <a:pathLst>
              <a:path extrusionOk="0" h="54609" w="4433570">
                <a:moveTo>
                  <a:pt x="4433315" y="54235"/>
                </a:moveTo>
                <a:lnTo>
                  <a:pt x="0" y="54235"/>
                </a:lnTo>
                <a:lnTo>
                  <a:pt x="0" y="0"/>
                </a:lnTo>
                <a:lnTo>
                  <a:pt x="4433315" y="0"/>
                </a:lnTo>
                <a:lnTo>
                  <a:pt x="4433315" y="54235"/>
                </a:lnTo>
                <a:close/>
              </a:path>
            </a:pathLst>
          </a:cu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3600">
              <a:solidFill>
                <a:srgbClr val="4F6128"/>
              </a:solidFill>
            </a:endParaRPr>
          </a:p>
        </p:txBody>
      </p:sp>
      <p:sp>
        <p:nvSpPr>
          <p:cNvPr id="206" name="Google Shape;206;p19"/>
          <p:cNvSpPr/>
          <p:nvPr/>
        </p:nvSpPr>
        <p:spPr>
          <a:xfrm>
            <a:off x="0" y="1"/>
            <a:ext cx="18669000" cy="495299"/>
          </a:xfrm>
          <a:custGeom>
            <a:rect b="b" l="l" r="r" t="t"/>
            <a:pathLst>
              <a:path extrusionOk="0" h="507365" w="10287000">
                <a:moveTo>
                  <a:pt x="10286534" y="506901"/>
                </a:moveTo>
                <a:lnTo>
                  <a:pt x="0" y="506901"/>
                </a:lnTo>
                <a:lnTo>
                  <a:pt x="0" y="0"/>
                </a:lnTo>
                <a:lnTo>
                  <a:pt x="10286534" y="0"/>
                </a:lnTo>
                <a:lnTo>
                  <a:pt x="10286534" y="506901"/>
                </a:lnTo>
                <a:close/>
              </a:path>
            </a:pathLst>
          </a:custGeom>
          <a:solidFill>
            <a:srgbClr val="9DCC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7" name="Google Shape;207;p19"/>
          <p:cNvSpPr txBox="1"/>
          <p:nvPr>
            <p:ph type="title"/>
          </p:nvPr>
        </p:nvSpPr>
        <p:spPr>
          <a:xfrm>
            <a:off x="-14748" y="505782"/>
            <a:ext cx="5729700" cy="2016300"/>
          </a:xfrm>
          <a:prstGeom prst="rect">
            <a:avLst/>
          </a:prstGeom>
          <a:noFill/>
          <a:ln>
            <a:noFill/>
          </a:ln>
        </p:spPr>
        <p:txBody>
          <a:bodyPr anchorCtr="0" anchor="t" bIns="0" lIns="0" spcFirstLastPara="1" rIns="0" wrap="square" tIns="15225">
            <a:spAutoFit/>
          </a:bodyPr>
          <a:lstStyle/>
          <a:p>
            <a:pPr indent="0" lvl="0" marL="12700" rtl="0" algn="l">
              <a:spcBef>
                <a:spcPts val="0"/>
              </a:spcBef>
              <a:spcAft>
                <a:spcPts val="0"/>
              </a:spcAft>
              <a:buNone/>
            </a:pPr>
            <a:r>
              <a:rPr lang="en-US" sz="3200">
                <a:solidFill>
                  <a:srgbClr val="4F6128"/>
                </a:solidFill>
                <a:latin typeface="Arial"/>
                <a:ea typeface="Arial"/>
                <a:cs typeface="Arial"/>
                <a:sym typeface="Arial"/>
              </a:rPr>
              <a:t> </a:t>
            </a:r>
            <a:r>
              <a:rPr lang="en-US" sz="3600">
                <a:solidFill>
                  <a:srgbClr val="657248"/>
                </a:solidFill>
                <a:latin typeface="Arial"/>
                <a:ea typeface="Arial"/>
                <a:cs typeface="Arial"/>
                <a:sym typeface="Arial"/>
              </a:rPr>
              <a:t>Low Carbon Energy</a:t>
            </a:r>
            <a:br>
              <a:rPr lang="en-US" sz="3000">
                <a:solidFill>
                  <a:srgbClr val="4F6128"/>
                </a:solidFill>
                <a:latin typeface="Arial"/>
                <a:ea typeface="Arial"/>
                <a:cs typeface="Arial"/>
                <a:sym typeface="Arial"/>
              </a:rPr>
            </a:br>
            <a:br>
              <a:rPr lang="en-US" sz="3200"/>
            </a:br>
            <a:br>
              <a:rPr lang="en-US" sz="3200"/>
            </a:br>
            <a:endParaRPr sz="3000">
              <a:solidFill>
                <a:srgbClr val="76923C"/>
              </a:solidFill>
              <a:latin typeface="Arial"/>
              <a:ea typeface="Arial"/>
              <a:cs typeface="Arial"/>
              <a:sym typeface="Arial"/>
            </a:endParaRPr>
          </a:p>
        </p:txBody>
      </p:sp>
      <p:pic>
        <p:nvPicPr>
          <p:cNvPr id="208" name="Google Shape;208;p19"/>
          <p:cNvPicPr preferRelativeResize="0"/>
          <p:nvPr/>
        </p:nvPicPr>
        <p:blipFill rotWithShape="1">
          <a:blip r:embed="rId3">
            <a:alphaModFix/>
          </a:blip>
          <a:srcRect b="0" l="0" r="3212" t="737"/>
          <a:stretch/>
        </p:blipFill>
        <p:spPr>
          <a:xfrm>
            <a:off x="0" y="1188720"/>
            <a:ext cx="3931920" cy="4109808"/>
          </a:xfrm>
          <a:prstGeom prst="rect">
            <a:avLst/>
          </a:prstGeom>
          <a:noFill/>
          <a:ln>
            <a:noFill/>
          </a:ln>
        </p:spPr>
      </p:pic>
      <p:cxnSp>
        <p:nvCxnSpPr>
          <p:cNvPr id="209" name="Google Shape;209;p19"/>
          <p:cNvCxnSpPr/>
          <p:nvPr/>
        </p:nvCxnSpPr>
        <p:spPr>
          <a:xfrm>
            <a:off x="4419600" y="571500"/>
            <a:ext cx="0" cy="9982200"/>
          </a:xfrm>
          <a:prstGeom prst="straightConnector1">
            <a:avLst/>
          </a:prstGeom>
          <a:noFill/>
          <a:ln cap="flat" cmpd="sng" w="9525">
            <a:solidFill>
              <a:schemeClr val="dk1"/>
            </a:solidFill>
            <a:prstDash val="solid"/>
            <a:round/>
            <a:headEnd len="sm" w="sm" type="none"/>
            <a:tailEnd len="sm" w="sm" type="none"/>
          </a:ln>
        </p:spPr>
      </p:cxnSp>
      <p:cxnSp>
        <p:nvCxnSpPr>
          <p:cNvPr id="210" name="Google Shape;210;p19"/>
          <p:cNvCxnSpPr/>
          <p:nvPr/>
        </p:nvCxnSpPr>
        <p:spPr>
          <a:xfrm>
            <a:off x="7879080" y="571500"/>
            <a:ext cx="0" cy="9692640"/>
          </a:xfrm>
          <a:prstGeom prst="straightConnector1">
            <a:avLst/>
          </a:prstGeom>
          <a:noFill/>
          <a:ln cap="flat" cmpd="sng" w="9525">
            <a:solidFill>
              <a:schemeClr val="dk1"/>
            </a:solidFill>
            <a:prstDash val="solid"/>
            <a:round/>
            <a:headEnd len="sm" w="sm" type="none"/>
            <a:tailEnd len="sm" w="sm" type="none"/>
          </a:ln>
        </p:spPr>
      </p:cxnSp>
      <p:cxnSp>
        <p:nvCxnSpPr>
          <p:cNvPr id="211" name="Google Shape;211;p19"/>
          <p:cNvCxnSpPr/>
          <p:nvPr/>
        </p:nvCxnSpPr>
        <p:spPr>
          <a:xfrm>
            <a:off x="15011400" y="505782"/>
            <a:ext cx="30480" cy="9781218"/>
          </a:xfrm>
          <a:prstGeom prst="straightConnector1">
            <a:avLst/>
          </a:prstGeom>
          <a:noFill/>
          <a:ln cap="flat" cmpd="sng" w="9525">
            <a:solidFill>
              <a:schemeClr val="dk1"/>
            </a:solidFill>
            <a:prstDash val="solid"/>
            <a:round/>
            <a:headEnd len="sm" w="sm" type="none"/>
            <a:tailEnd len="sm" w="sm" type="none"/>
          </a:ln>
        </p:spPr>
      </p:cxnSp>
      <p:sp>
        <p:nvSpPr>
          <p:cNvPr id="212" name="Google Shape;212;p19"/>
          <p:cNvSpPr txBox="1"/>
          <p:nvPr/>
        </p:nvSpPr>
        <p:spPr>
          <a:xfrm>
            <a:off x="0" y="5448300"/>
            <a:ext cx="4419600" cy="5418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800">
                <a:solidFill>
                  <a:srgbClr val="4F6128"/>
                </a:solidFill>
                <a:latin typeface="Calibri"/>
                <a:ea typeface="Calibri"/>
                <a:cs typeface="Calibri"/>
                <a:sym typeface="Calibri"/>
              </a:rPr>
              <a:t>India's energy sector is a major emissions source, ranking as the world's </a:t>
            </a:r>
            <a:r>
              <a:rPr b="1" lang="en-US" sz="1800">
                <a:solidFill>
                  <a:srgbClr val="4F6128"/>
                </a:solidFill>
                <a:latin typeface="Calibri"/>
                <a:ea typeface="Calibri"/>
                <a:cs typeface="Calibri"/>
                <a:sym typeface="Calibri"/>
              </a:rPr>
              <a:t>third-largest electricity consumer</a:t>
            </a:r>
            <a:r>
              <a:rPr lang="en-US" sz="1800">
                <a:solidFill>
                  <a:srgbClr val="4F6128"/>
                </a:solidFill>
                <a:latin typeface="Calibri"/>
                <a:ea typeface="Calibri"/>
                <a:cs typeface="Calibri"/>
                <a:sym typeface="Calibri"/>
              </a:rPr>
              <a:t>. Coal-based power generation accounts for </a:t>
            </a:r>
            <a:r>
              <a:rPr b="1" lang="en-US" sz="1800">
                <a:solidFill>
                  <a:srgbClr val="4F6128"/>
                </a:solidFill>
                <a:latin typeface="Calibri"/>
                <a:ea typeface="Calibri"/>
                <a:cs typeface="Calibri"/>
                <a:sym typeface="Calibri"/>
              </a:rPr>
              <a:t>65% of total fossil CO2 emissions</a:t>
            </a:r>
            <a:r>
              <a:rPr lang="en-US" sz="1800">
                <a:solidFill>
                  <a:srgbClr val="4F6128"/>
                </a:solidFill>
                <a:latin typeface="Calibri"/>
                <a:ea typeface="Calibri"/>
                <a:cs typeface="Calibri"/>
                <a:sym typeface="Calibri"/>
              </a:rPr>
              <a:t>, contributing significantly to the country's environmental impact.</a:t>
            </a:r>
            <a:endParaRPr/>
          </a:p>
          <a:p>
            <a:pPr indent="0" lvl="0" marL="0" rtl="0" algn="l">
              <a:spcBef>
                <a:spcPts val="0"/>
              </a:spcBef>
              <a:spcAft>
                <a:spcPts val="0"/>
              </a:spcAft>
              <a:buNone/>
            </a:pPr>
            <a:r>
              <a:t/>
            </a:r>
            <a:endParaRPr sz="1800">
              <a:solidFill>
                <a:srgbClr val="4F6128"/>
              </a:solidFill>
              <a:latin typeface="Calibri"/>
              <a:ea typeface="Calibri"/>
              <a:cs typeface="Calibri"/>
              <a:sym typeface="Calibri"/>
            </a:endParaRPr>
          </a:p>
          <a:p>
            <a:pPr indent="0" lvl="0" marL="0" rtl="0" algn="l">
              <a:spcBef>
                <a:spcPts val="0"/>
              </a:spcBef>
              <a:spcAft>
                <a:spcPts val="0"/>
              </a:spcAft>
              <a:buNone/>
            </a:pPr>
            <a:r>
              <a:t/>
            </a:r>
            <a:endParaRPr sz="1800">
              <a:solidFill>
                <a:srgbClr val="4F6128"/>
              </a:solidFill>
            </a:endParaRPr>
          </a:p>
          <a:p>
            <a:pPr indent="0" lvl="0" marL="0" rtl="0" algn="l">
              <a:spcBef>
                <a:spcPts val="0"/>
              </a:spcBef>
              <a:spcAft>
                <a:spcPts val="0"/>
              </a:spcAft>
              <a:buNone/>
            </a:pPr>
            <a:r>
              <a:rPr b="1" lang="en-US" sz="1900" u="sng">
                <a:solidFill>
                  <a:srgbClr val="4F6128"/>
                </a:solidFill>
              </a:rPr>
              <a:t>STEPS TO BE TAKEN </a:t>
            </a:r>
            <a:endParaRPr/>
          </a:p>
          <a:p>
            <a:pPr indent="0" lvl="0" marL="0" rtl="0" algn="l">
              <a:spcBef>
                <a:spcPts val="0"/>
              </a:spcBef>
              <a:spcAft>
                <a:spcPts val="0"/>
              </a:spcAft>
              <a:buNone/>
            </a:pPr>
            <a:r>
              <a:t/>
            </a:r>
            <a:endParaRPr b="1" sz="1900">
              <a:solidFill>
                <a:srgbClr val="4F6128"/>
              </a:solidFill>
            </a:endParaRPr>
          </a:p>
          <a:p>
            <a:pPr indent="-457200" lvl="0" marL="457200" rtl="0" algn="l">
              <a:spcBef>
                <a:spcPts val="0"/>
              </a:spcBef>
              <a:spcAft>
                <a:spcPts val="0"/>
              </a:spcAft>
              <a:buClr>
                <a:srgbClr val="4F6128"/>
              </a:buClr>
              <a:buSzPts val="1800"/>
              <a:buFont typeface="Calibri"/>
              <a:buAutoNum type="arabicPeriod"/>
            </a:pPr>
            <a:r>
              <a:rPr b="1" lang="en-US" sz="1800">
                <a:solidFill>
                  <a:srgbClr val="4F6128"/>
                </a:solidFill>
              </a:rPr>
              <a:t>REPLACE legacy fossil fuel energy infrastructure with renewables.</a:t>
            </a:r>
            <a:endParaRPr/>
          </a:p>
          <a:p>
            <a:pPr indent="-342900" lvl="0" marL="457200" rtl="0" algn="l">
              <a:spcBef>
                <a:spcPts val="0"/>
              </a:spcBef>
              <a:spcAft>
                <a:spcPts val="0"/>
              </a:spcAft>
              <a:buSzPts val="1800"/>
              <a:buFont typeface="Calibri"/>
              <a:buNone/>
            </a:pPr>
            <a:r>
              <a:t/>
            </a:r>
            <a:endParaRPr b="1" sz="1800">
              <a:solidFill>
                <a:srgbClr val="4F6128"/>
              </a:solidFill>
            </a:endParaRPr>
          </a:p>
          <a:p>
            <a:pPr indent="-457200" lvl="0" marL="457200" rtl="0" algn="l">
              <a:spcBef>
                <a:spcPts val="0"/>
              </a:spcBef>
              <a:spcAft>
                <a:spcPts val="0"/>
              </a:spcAft>
              <a:buClr>
                <a:srgbClr val="4F6128"/>
              </a:buClr>
              <a:buSzPts val="1800"/>
              <a:buFont typeface="Calibri"/>
              <a:buAutoNum type="arabicPeriod"/>
            </a:pPr>
            <a:r>
              <a:rPr b="1" lang="en-US" sz="1800">
                <a:solidFill>
                  <a:srgbClr val="4F6128"/>
                </a:solidFill>
              </a:rPr>
              <a:t>REDUCE emissions from legacy fossil fuel infrastructure – through enhanced efficiencies.</a:t>
            </a:r>
            <a:endParaRPr/>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213" name="Google Shape;213;p19"/>
          <p:cNvSpPr txBox="1"/>
          <p:nvPr/>
        </p:nvSpPr>
        <p:spPr>
          <a:xfrm>
            <a:off x="4495800" y="495300"/>
            <a:ext cx="3657600" cy="1754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3600">
                <a:solidFill>
                  <a:srgbClr val="4F6128"/>
                </a:solidFill>
                <a:latin typeface="Arial"/>
                <a:ea typeface="Arial"/>
                <a:cs typeface="Arial"/>
                <a:sym typeface="Arial"/>
              </a:rPr>
              <a:t>Green Mobility</a:t>
            </a:r>
            <a:endParaRPr/>
          </a:p>
          <a:p>
            <a:pPr indent="0" lvl="0" marL="0" rtl="0" algn="l">
              <a:spcBef>
                <a:spcPts val="0"/>
              </a:spcBef>
              <a:spcAft>
                <a:spcPts val="0"/>
              </a:spcAft>
              <a:buNone/>
            </a:pPr>
            <a:r>
              <a:t/>
            </a:r>
            <a:endParaRPr sz="3600">
              <a:solidFill>
                <a:srgbClr val="4F6128"/>
              </a:solidFill>
            </a:endParaRPr>
          </a:p>
          <a:p>
            <a:pPr indent="0" lvl="0" marL="0" rtl="0" algn="l">
              <a:spcBef>
                <a:spcPts val="0"/>
              </a:spcBef>
              <a:spcAft>
                <a:spcPts val="0"/>
              </a:spcAft>
              <a:buNone/>
            </a:pPr>
            <a:r>
              <a:t/>
            </a:r>
            <a:endParaRPr sz="3600">
              <a:solidFill>
                <a:srgbClr val="4F6128"/>
              </a:solidFill>
            </a:endParaRPr>
          </a:p>
        </p:txBody>
      </p:sp>
      <p:sp>
        <p:nvSpPr>
          <p:cNvPr id="214" name="Google Shape;214;p19"/>
          <p:cNvSpPr txBox="1"/>
          <p:nvPr/>
        </p:nvSpPr>
        <p:spPr>
          <a:xfrm>
            <a:off x="7985761" y="495300"/>
            <a:ext cx="4038600" cy="10651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3600">
                <a:solidFill>
                  <a:srgbClr val="4F6128"/>
                </a:solidFill>
                <a:latin typeface="Arial"/>
                <a:ea typeface="Arial"/>
                <a:cs typeface="Arial"/>
                <a:sym typeface="Arial"/>
              </a:rPr>
              <a:t>Decarbonization of Energy-Intensive Industries</a:t>
            </a:r>
            <a:endParaRPr/>
          </a:p>
          <a:p>
            <a:pPr indent="0" lvl="0" marL="0" rtl="0" algn="l">
              <a:spcBef>
                <a:spcPts val="0"/>
              </a:spcBef>
              <a:spcAft>
                <a:spcPts val="0"/>
              </a:spcAft>
              <a:buNone/>
            </a:pPr>
            <a:r>
              <a:t/>
            </a:r>
            <a:endParaRPr sz="3600">
              <a:solidFill>
                <a:srgbClr val="4F6128"/>
              </a:solidFill>
            </a:endParaRPr>
          </a:p>
          <a:p>
            <a:pPr indent="0" lvl="0" marL="0" rtl="0" algn="l">
              <a:spcBef>
                <a:spcPts val="0"/>
              </a:spcBef>
              <a:spcAft>
                <a:spcPts val="0"/>
              </a:spcAft>
              <a:buNone/>
            </a:pPr>
            <a:r>
              <a:t/>
            </a:r>
            <a:endParaRPr sz="3600">
              <a:solidFill>
                <a:srgbClr val="4F6128"/>
              </a:solidFill>
            </a:endParaRPr>
          </a:p>
          <a:p>
            <a:pPr indent="0" lvl="0" marL="0" rtl="0" algn="l">
              <a:spcBef>
                <a:spcPts val="0"/>
              </a:spcBef>
              <a:spcAft>
                <a:spcPts val="0"/>
              </a:spcAft>
              <a:buNone/>
            </a:pPr>
            <a:r>
              <a:t/>
            </a:r>
            <a:endParaRPr sz="3600">
              <a:solidFill>
                <a:srgbClr val="4F6128"/>
              </a:solidFill>
            </a:endParaRPr>
          </a:p>
          <a:p>
            <a:pPr indent="0" lvl="0" marL="0" rtl="0" algn="l">
              <a:spcBef>
                <a:spcPts val="0"/>
              </a:spcBef>
              <a:spcAft>
                <a:spcPts val="0"/>
              </a:spcAft>
              <a:buNone/>
            </a:pPr>
            <a:r>
              <a:t/>
            </a:r>
            <a:endParaRPr sz="3600">
              <a:solidFill>
                <a:srgbClr val="4F6128"/>
              </a:solidFill>
            </a:endParaRPr>
          </a:p>
          <a:p>
            <a:pPr indent="0" lvl="0" marL="0" rtl="0" algn="l">
              <a:spcBef>
                <a:spcPts val="0"/>
              </a:spcBef>
              <a:spcAft>
                <a:spcPts val="0"/>
              </a:spcAft>
              <a:buNone/>
            </a:pPr>
            <a:r>
              <a:t/>
            </a:r>
            <a:endParaRPr sz="3600">
              <a:solidFill>
                <a:srgbClr val="4F6128"/>
              </a:solidFill>
            </a:endParaRPr>
          </a:p>
          <a:p>
            <a:pPr indent="0" lvl="0" marL="0" rtl="0" algn="l">
              <a:spcBef>
                <a:spcPts val="0"/>
              </a:spcBef>
              <a:spcAft>
                <a:spcPts val="0"/>
              </a:spcAft>
              <a:buNone/>
            </a:pPr>
            <a:r>
              <a:rPr lang="en-US" sz="1800">
                <a:solidFill>
                  <a:srgbClr val="4F6128"/>
                </a:solidFill>
                <a:latin typeface="Calibri"/>
                <a:ea typeface="Calibri"/>
                <a:cs typeface="Calibri"/>
                <a:sym typeface="Calibri"/>
              </a:rPr>
              <a:t>India's manufacturing sector is a key CO2 emitter, </a:t>
            </a:r>
            <a:r>
              <a:rPr b="1" lang="en-US" sz="1800">
                <a:solidFill>
                  <a:srgbClr val="4F6128"/>
                </a:solidFill>
                <a:latin typeface="Calibri"/>
                <a:ea typeface="Calibri"/>
                <a:cs typeface="Calibri"/>
                <a:sym typeface="Calibri"/>
              </a:rPr>
              <a:t>especially iron &amp; steel, cement, and chemicals/fertilizers</a:t>
            </a:r>
            <a:r>
              <a:rPr lang="en-US" sz="1800">
                <a:solidFill>
                  <a:srgbClr val="4F6128"/>
                </a:solidFill>
                <a:latin typeface="Calibri"/>
                <a:ea typeface="Calibri"/>
                <a:cs typeface="Calibri"/>
                <a:sym typeface="Calibri"/>
              </a:rPr>
              <a:t>. A carbon-neutral growth model is crucial to meet rising demand without increasing GHG emissions</a:t>
            </a:r>
            <a:endParaRPr/>
          </a:p>
          <a:p>
            <a:pPr indent="0" lvl="0" marL="0" rtl="0" algn="l">
              <a:spcBef>
                <a:spcPts val="0"/>
              </a:spcBef>
              <a:spcAft>
                <a:spcPts val="0"/>
              </a:spcAft>
              <a:buNone/>
            </a:pPr>
            <a:r>
              <a:t/>
            </a:r>
            <a:endParaRPr sz="3600">
              <a:solidFill>
                <a:srgbClr val="4F6128"/>
              </a:solidFill>
            </a:endParaRPr>
          </a:p>
          <a:p>
            <a:pPr indent="0" lvl="0" marL="0" rtl="0" algn="l">
              <a:spcBef>
                <a:spcPts val="0"/>
              </a:spcBef>
              <a:spcAft>
                <a:spcPts val="0"/>
              </a:spcAft>
              <a:buNone/>
            </a:pPr>
            <a:r>
              <a:rPr b="1" lang="en-US" sz="1900" u="sng">
                <a:solidFill>
                  <a:srgbClr val="4F6128"/>
                </a:solidFill>
              </a:rPr>
              <a:t>STEPS TO BE TAKEN</a:t>
            </a:r>
            <a:endParaRPr/>
          </a:p>
          <a:p>
            <a:pPr indent="0" lvl="0" marL="0" rtl="0" algn="l">
              <a:spcBef>
                <a:spcPts val="0"/>
              </a:spcBef>
              <a:spcAft>
                <a:spcPts val="0"/>
              </a:spcAft>
              <a:buNone/>
            </a:pPr>
            <a:r>
              <a:t/>
            </a:r>
            <a:endParaRPr b="1" sz="1900">
              <a:solidFill>
                <a:srgbClr val="4F6128"/>
              </a:solidFill>
            </a:endParaRPr>
          </a:p>
          <a:p>
            <a:pPr indent="-342900" lvl="0" marL="342900" rtl="0" algn="l">
              <a:spcBef>
                <a:spcPts val="0"/>
              </a:spcBef>
              <a:spcAft>
                <a:spcPts val="0"/>
              </a:spcAft>
              <a:buClr>
                <a:srgbClr val="4F6128"/>
              </a:buClr>
              <a:buSzPts val="2000"/>
              <a:buFont typeface="Arial"/>
              <a:buAutoNum type="arabicPeriod"/>
            </a:pPr>
            <a:r>
              <a:rPr b="1" lang="en-US" sz="2000">
                <a:solidFill>
                  <a:srgbClr val="4F6128"/>
                </a:solidFill>
              </a:rPr>
              <a:t>Demand-management measures such as circular economy </a:t>
            </a:r>
            <a:endParaRPr/>
          </a:p>
          <a:p>
            <a:pPr indent="-215900" lvl="0" marL="342900" rtl="0" algn="l">
              <a:spcBef>
                <a:spcPts val="0"/>
              </a:spcBef>
              <a:spcAft>
                <a:spcPts val="0"/>
              </a:spcAft>
              <a:buSzPts val="2000"/>
              <a:buFont typeface="Calibri"/>
              <a:buNone/>
            </a:pPr>
            <a:r>
              <a:t/>
            </a:r>
            <a:endParaRPr b="1" sz="2000" u="sng">
              <a:solidFill>
                <a:srgbClr val="4F6128"/>
              </a:solidFill>
            </a:endParaRPr>
          </a:p>
          <a:p>
            <a:pPr indent="-342900" lvl="0" marL="342900" rtl="0" algn="l">
              <a:spcBef>
                <a:spcPts val="0"/>
              </a:spcBef>
              <a:spcAft>
                <a:spcPts val="0"/>
              </a:spcAft>
              <a:buClr>
                <a:srgbClr val="4F6128"/>
              </a:buClr>
              <a:buSzPts val="2000"/>
              <a:buFont typeface="Calibri"/>
              <a:buAutoNum type="arabicPeriod"/>
            </a:pPr>
            <a:r>
              <a:rPr b="1" lang="en-US" sz="2000">
                <a:solidFill>
                  <a:srgbClr val="4F6128"/>
                </a:solidFill>
              </a:rPr>
              <a:t>Electrification of heat with zero-carbon electricity where applicable</a:t>
            </a:r>
            <a:endParaRPr/>
          </a:p>
          <a:p>
            <a:pPr indent="0" lvl="0" marL="0" rtl="0" algn="l">
              <a:spcBef>
                <a:spcPts val="0"/>
              </a:spcBef>
              <a:spcAft>
                <a:spcPts val="0"/>
              </a:spcAft>
              <a:buNone/>
            </a:pPr>
            <a:r>
              <a:t/>
            </a:r>
            <a:endParaRPr b="1" sz="1900">
              <a:solidFill>
                <a:srgbClr val="4F6128"/>
              </a:solidFill>
            </a:endParaRPr>
          </a:p>
          <a:p>
            <a:pPr indent="0" lvl="0" marL="0" rtl="0" algn="l">
              <a:spcBef>
                <a:spcPts val="0"/>
              </a:spcBef>
              <a:spcAft>
                <a:spcPts val="0"/>
              </a:spcAft>
              <a:buNone/>
            </a:pPr>
            <a:r>
              <a:t/>
            </a:r>
            <a:endParaRPr b="1" sz="1900">
              <a:solidFill>
                <a:srgbClr val="4F6128"/>
              </a:solidFill>
            </a:endParaRPr>
          </a:p>
          <a:p>
            <a:pPr indent="0" lvl="0" marL="0" rtl="0" algn="l">
              <a:spcBef>
                <a:spcPts val="0"/>
              </a:spcBef>
              <a:spcAft>
                <a:spcPts val="0"/>
              </a:spcAft>
              <a:buNone/>
            </a:pPr>
            <a:r>
              <a:t/>
            </a:r>
            <a:endParaRPr b="1" sz="1900">
              <a:solidFill>
                <a:srgbClr val="4F6128"/>
              </a:solidFill>
            </a:endParaRPr>
          </a:p>
          <a:p>
            <a:pPr indent="0" lvl="0" marL="0" rtl="0" algn="l">
              <a:spcBef>
                <a:spcPts val="0"/>
              </a:spcBef>
              <a:spcAft>
                <a:spcPts val="0"/>
              </a:spcAft>
              <a:buNone/>
            </a:pPr>
            <a:r>
              <a:t/>
            </a:r>
            <a:endParaRPr b="1" sz="1900">
              <a:solidFill>
                <a:schemeClr val="lt1"/>
              </a:solidFill>
            </a:endParaRPr>
          </a:p>
        </p:txBody>
      </p:sp>
      <p:pic>
        <p:nvPicPr>
          <p:cNvPr id="215" name="Google Shape;215;p19"/>
          <p:cNvPicPr preferRelativeResize="0"/>
          <p:nvPr/>
        </p:nvPicPr>
        <p:blipFill rotWithShape="1">
          <a:blip r:embed="rId4">
            <a:alphaModFix/>
          </a:blip>
          <a:srcRect b="0" l="0" r="0" t="0"/>
          <a:stretch/>
        </p:blipFill>
        <p:spPr>
          <a:xfrm>
            <a:off x="4712975" y="1121450"/>
            <a:ext cx="3048000" cy="4244340"/>
          </a:xfrm>
          <a:prstGeom prst="rect">
            <a:avLst/>
          </a:prstGeom>
          <a:noFill/>
          <a:ln>
            <a:noFill/>
          </a:ln>
        </p:spPr>
      </p:pic>
      <p:sp>
        <p:nvSpPr>
          <p:cNvPr id="216" name="Google Shape;216;p19"/>
          <p:cNvSpPr txBox="1"/>
          <p:nvPr/>
        </p:nvSpPr>
        <p:spPr>
          <a:xfrm>
            <a:off x="4419600" y="5295900"/>
            <a:ext cx="3657600" cy="5463034"/>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800">
                <a:solidFill>
                  <a:srgbClr val="4F6128"/>
                </a:solidFill>
                <a:latin typeface="Calibri"/>
                <a:ea typeface="Calibri"/>
                <a:cs typeface="Calibri"/>
                <a:sym typeface="Calibri"/>
              </a:rPr>
              <a:t>The transport sector is responsible for approximately 10% of India's greenhouse gas emissions</a:t>
            </a:r>
            <a:r>
              <a:rPr b="1" lang="en-US" sz="1800">
                <a:solidFill>
                  <a:srgbClr val="4F6128"/>
                </a:solidFill>
                <a:latin typeface="Calibri"/>
                <a:ea typeface="Calibri"/>
                <a:cs typeface="Calibri"/>
                <a:sym typeface="Calibri"/>
              </a:rPr>
              <a:t>. Passenger transport comprises 60% </a:t>
            </a:r>
            <a:r>
              <a:rPr lang="en-US" sz="1800">
                <a:solidFill>
                  <a:srgbClr val="4F6128"/>
                </a:solidFill>
                <a:latin typeface="Calibri"/>
                <a:ea typeface="Calibri"/>
                <a:cs typeface="Calibri"/>
                <a:sym typeface="Calibri"/>
              </a:rPr>
              <a:t>of the sector's energy use, with </a:t>
            </a:r>
            <a:r>
              <a:rPr b="1" lang="en-US" sz="1800">
                <a:solidFill>
                  <a:srgbClr val="4F6128"/>
                </a:solidFill>
                <a:latin typeface="Calibri"/>
                <a:ea typeface="Calibri"/>
                <a:cs typeface="Calibri"/>
                <a:sym typeface="Calibri"/>
              </a:rPr>
              <a:t>freight transport making up the remaining 40%</a:t>
            </a:r>
            <a:endParaRPr/>
          </a:p>
          <a:p>
            <a:pPr indent="0" lvl="0" marL="0" rtl="0" algn="l">
              <a:spcBef>
                <a:spcPts val="0"/>
              </a:spcBef>
              <a:spcAft>
                <a:spcPts val="0"/>
              </a:spcAft>
              <a:buNone/>
            </a:pPr>
            <a:r>
              <a:t/>
            </a:r>
            <a:endParaRPr b="1" sz="1800">
              <a:solidFill>
                <a:srgbClr val="4F6128"/>
              </a:solidFill>
              <a:latin typeface="Calibri"/>
              <a:ea typeface="Calibri"/>
              <a:cs typeface="Calibri"/>
              <a:sym typeface="Calibri"/>
            </a:endParaRPr>
          </a:p>
          <a:p>
            <a:pPr indent="0" lvl="0" marL="0" rtl="0" algn="l">
              <a:spcBef>
                <a:spcPts val="0"/>
              </a:spcBef>
              <a:spcAft>
                <a:spcPts val="0"/>
              </a:spcAft>
              <a:buNone/>
            </a:pPr>
            <a:r>
              <a:t/>
            </a:r>
            <a:endParaRPr b="1" sz="1800">
              <a:solidFill>
                <a:srgbClr val="4F6128"/>
              </a:solidFill>
              <a:latin typeface="Calibri"/>
              <a:ea typeface="Calibri"/>
              <a:cs typeface="Calibri"/>
              <a:sym typeface="Calibri"/>
            </a:endParaRPr>
          </a:p>
          <a:p>
            <a:pPr indent="0" lvl="0" marL="0" rtl="0" algn="l">
              <a:spcBef>
                <a:spcPts val="0"/>
              </a:spcBef>
              <a:spcAft>
                <a:spcPts val="0"/>
              </a:spcAft>
              <a:buNone/>
            </a:pPr>
            <a:r>
              <a:rPr b="1" lang="en-US" sz="1900" u="sng">
                <a:solidFill>
                  <a:srgbClr val="4F6128"/>
                </a:solidFill>
              </a:rPr>
              <a:t>STEPS TO BE TAKEN</a:t>
            </a:r>
            <a:endParaRPr/>
          </a:p>
          <a:p>
            <a:pPr indent="0" lvl="0" marL="0" rtl="0" algn="l">
              <a:spcBef>
                <a:spcPts val="0"/>
              </a:spcBef>
              <a:spcAft>
                <a:spcPts val="0"/>
              </a:spcAft>
              <a:buNone/>
            </a:pPr>
            <a:r>
              <a:t/>
            </a:r>
            <a:endParaRPr b="1" sz="1900">
              <a:solidFill>
                <a:srgbClr val="4F6128"/>
              </a:solidFill>
            </a:endParaRPr>
          </a:p>
          <a:p>
            <a:pPr indent="-457200" lvl="0" marL="457200" rtl="0" algn="l">
              <a:spcBef>
                <a:spcPts val="0"/>
              </a:spcBef>
              <a:spcAft>
                <a:spcPts val="0"/>
              </a:spcAft>
              <a:buClr>
                <a:srgbClr val="4F6128"/>
              </a:buClr>
              <a:buSzPts val="1900"/>
              <a:buFont typeface="Calibri"/>
              <a:buAutoNum type="arabicPeriod"/>
            </a:pPr>
            <a:r>
              <a:rPr b="1" lang="en-US" sz="1900">
                <a:solidFill>
                  <a:srgbClr val="4F6128"/>
                </a:solidFill>
              </a:rPr>
              <a:t>Shift in Transport Modal Mix (from Road to Rail)</a:t>
            </a:r>
            <a:endParaRPr/>
          </a:p>
          <a:p>
            <a:pPr indent="-342900" lvl="0" marL="457200" rtl="0" algn="l">
              <a:spcBef>
                <a:spcPts val="0"/>
              </a:spcBef>
              <a:spcAft>
                <a:spcPts val="0"/>
              </a:spcAft>
              <a:buSzPts val="1800"/>
              <a:buFont typeface="Calibri"/>
              <a:buNone/>
            </a:pPr>
            <a:r>
              <a:t/>
            </a:r>
            <a:endParaRPr b="1" i="1" sz="1800">
              <a:solidFill>
                <a:srgbClr val="4F6128"/>
              </a:solidFill>
            </a:endParaRPr>
          </a:p>
          <a:p>
            <a:pPr indent="-457200" lvl="0" marL="457200" rtl="0" algn="l">
              <a:spcBef>
                <a:spcPts val="0"/>
              </a:spcBef>
              <a:spcAft>
                <a:spcPts val="0"/>
              </a:spcAft>
              <a:buClr>
                <a:srgbClr val="4F6128"/>
              </a:buClr>
              <a:buSzPts val="1900"/>
              <a:buFont typeface="Calibri"/>
              <a:buAutoNum type="arabicPeriod"/>
            </a:pPr>
            <a:r>
              <a:rPr b="1" lang="en-US" sz="1900">
                <a:solidFill>
                  <a:srgbClr val="4F6128"/>
                </a:solidFill>
              </a:rPr>
              <a:t>Green Fuel and Green Vehicles</a:t>
            </a:r>
            <a:endParaRPr/>
          </a:p>
          <a:p>
            <a:pPr indent="0" lvl="0" marL="0" rtl="0" algn="l">
              <a:spcBef>
                <a:spcPts val="0"/>
              </a:spcBef>
              <a:spcAft>
                <a:spcPts val="0"/>
              </a:spcAft>
              <a:buNone/>
            </a:pPr>
            <a:r>
              <a:t/>
            </a:r>
            <a:endParaRPr b="1" sz="1900">
              <a:solidFill>
                <a:srgbClr val="4F6128"/>
              </a:solidFill>
            </a:endParaRPr>
          </a:p>
          <a:p>
            <a:pPr indent="0" lvl="0" marL="0" rtl="0" algn="l">
              <a:spcBef>
                <a:spcPts val="0"/>
              </a:spcBef>
              <a:spcAft>
                <a:spcPts val="0"/>
              </a:spcAft>
              <a:buNone/>
            </a:pPr>
            <a:r>
              <a:rPr b="1" i="1" lang="en-US" sz="1800">
                <a:solidFill>
                  <a:srgbClr val="4F6128"/>
                </a:solidFill>
              </a:rPr>
              <a:t>.</a:t>
            </a:r>
            <a:endParaRPr/>
          </a:p>
          <a:p>
            <a:pPr indent="0" lvl="0" marL="0" rtl="0" algn="l">
              <a:spcBef>
                <a:spcPts val="0"/>
              </a:spcBef>
              <a:spcAft>
                <a:spcPts val="0"/>
              </a:spcAft>
              <a:buNone/>
            </a:pPr>
            <a:r>
              <a:t/>
            </a:r>
            <a:endParaRPr sz="1800"/>
          </a:p>
        </p:txBody>
      </p:sp>
      <p:pic>
        <p:nvPicPr>
          <p:cNvPr descr="Steel decarbonisation in India | IEEFA" id="217" name="Google Shape;217;p19"/>
          <p:cNvPicPr preferRelativeResize="0"/>
          <p:nvPr/>
        </p:nvPicPr>
        <p:blipFill rotWithShape="1">
          <a:blip r:embed="rId5">
            <a:alphaModFix/>
          </a:blip>
          <a:srcRect b="0" l="0" r="0" t="0"/>
          <a:stretch/>
        </p:blipFill>
        <p:spPr>
          <a:xfrm>
            <a:off x="8054338" y="2095501"/>
            <a:ext cx="3733801" cy="2819400"/>
          </a:xfrm>
          <a:prstGeom prst="rect">
            <a:avLst/>
          </a:prstGeom>
          <a:noFill/>
          <a:ln>
            <a:noFill/>
          </a:ln>
        </p:spPr>
      </p:pic>
      <p:cxnSp>
        <p:nvCxnSpPr>
          <p:cNvPr id="218" name="Google Shape;218;p19"/>
          <p:cNvCxnSpPr/>
          <p:nvPr/>
        </p:nvCxnSpPr>
        <p:spPr>
          <a:xfrm>
            <a:off x="11963400" y="495300"/>
            <a:ext cx="76200" cy="9677400"/>
          </a:xfrm>
          <a:prstGeom prst="straightConnector1">
            <a:avLst/>
          </a:prstGeom>
          <a:noFill/>
          <a:ln cap="flat" cmpd="sng" w="9525">
            <a:solidFill>
              <a:schemeClr val="dk1"/>
            </a:solidFill>
            <a:prstDash val="solid"/>
            <a:round/>
            <a:headEnd len="sm" w="sm" type="none"/>
            <a:tailEnd len="sm" w="sm" type="none"/>
          </a:ln>
        </p:spPr>
      </p:cxnSp>
      <p:sp>
        <p:nvSpPr>
          <p:cNvPr id="219" name="Google Shape;219;p19"/>
          <p:cNvSpPr txBox="1"/>
          <p:nvPr/>
        </p:nvSpPr>
        <p:spPr>
          <a:xfrm>
            <a:off x="12039600" y="495300"/>
            <a:ext cx="3093600" cy="9050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3600">
                <a:solidFill>
                  <a:srgbClr val="4F6128"/>
                </a:solidFill>
                <a:latin typeface="Arial"/>
                <a:ea typeface="Arial"/>
                <a:cs typeface="Arial"/>
                <a:sym typeface="Arial"/>
              </a:rPr>
              <a:t>Green Buildings, Infrastructure and Cities</a:t>
            </a:r>
            <a:endParaRPr/>
          </a:p>
          <a:p>
            <a:pPr indent="0" lvl="0" marL="0" rtl="0" algn="l">
              <a:spcBef>
                <a:spcPts val="0"/>
              </a:spcBef>
              <a:spcAft>
                <a:spcPts val="0"/>
              </a:spcAft>
              <a:buNone/>
            </a:pPr>
            <a:r>
              <a:t/>
            </a:r>
            <a:endParaRPr sz="1800">
              <a:solidFill>
                <a:srgbClr val="4F6128"/>
              </a:solidFill>
            </a:endParaRPr>
          </a:p>
          <a:p>
            <a:pPr indent="0" lvl="0" marL="0" rtl="0" algn="l">
              <a:spcBef>
                <a:spcPts val="0"/>
              </a:spcBef>
              <a:spcAft>
                <a:spcPts val="0"/>
              </a:spcAft>
              <a:buNone/>
            </a:pPr>
            <a:r>
              <a:rPr b="1" lang="en-US" sz="1800">
                <a:solidFill>
                  <a:srgbClr val="4F6128"/>
                </a:solidFill>
                <a:latin typeface="Calibri"/>
                <a:ea typeface="Calibri"/>
                <a:cs typeface="Calibri"/>
                <a:sym typeface="Calibri"/>
              </a:rPr>
              <a:t>I</a:t>
            </a:r>
            <a:r>
              <a:rPr b="1" lang="en-US" sz="1800">
                <a:solidFill>
                  <a:srgbClr val="4F6128"/>
                </a:solidFill>
                <a:latin typeface="Calibri"/>
                <a:ea typeface="Calibri"/>
                <a:cs typeface="Calibri"/>
                <a:sym typeface="Calibri"/>
              </a:rPr>
              <a:t>ndia's top 25 cities contribute over 15% of its GHG emissions, with per capita emissions 40% higher than the national average</a:t>
            </a:r>
            <a:r>
              <a:rPr lang="en-US" sz="1800">
                <a:solidFill>
                  <a:srgbClr val="4F6128"/>
                </a:solidFill>
                <a:latin typeface="Calibri"/>
                <a:ea typeface="Calibri"/>
                <a:cs typeface="Calibri"/>
                <a:sym typeface="Calibri"/>
              </a:rPr>
              <a:t>. </a:t>
            </a:r>
            <a:endParaRPr/>
          </a:p>
          <a:p>
            <a:pPr indent="0" lvl="0" marL="0" rtl="0" algn="l">
              <a:spcBef>
                <a:spcPts val="0"/>
              </a:spcBef>
              <a:spcAft>
                <a:spcPts val="0"/>
              </a:spcAft>
              <a:buNone/>
            </a:pPr>
            <a:r>
              <a:t/>
            </a:r>
            <a:endParaRPr b="1" i="1" sz="1800">
              <a:solidFill>
                <a:srgbClr val="4F6128"/>
              </a:solidFill>
              <a:latin typeface="Calibri"/>
              <a:ea typeface="Calibri"/>
              <a:cs typeface="Calibri"/>
              <a:sym typeface="Calibri"/>
            </a:endParaRPr>
          </a:p>
          <a:p>
            <a:pPr indent="0" lvl="0" marL="0" rtl="0" algn="l">
              <a:spcBef>
                <a:spcPts val="0"/>
              </a:spcBef>
              <a:spcAft>
                <a:spcPts val="0"/>
              </a:spcAft>
              <a:buNone/>
            </a:pPr>
            <a:r>
              <a:t/>
            </a:r>
            <a:endParaRPr b="1" i="1" sz="1800">
              <a:solidFill>
                <a:srgbClr val="4F6128"/>
              </a:solidFill>
              <a:latin typeface="Calibri"/>
              <a:ea typeface="Calibri"/>
              <a:cs typeface="Calibri"/>
              <a:sym typeface="Calibri"/>
            </a:endParaRPr>
          </a:p>
          <a:p>
            <a:pPr indent="0" lvl="0" marL="0" rtl="0" algn="l">
              <a:spcBef>
                <a:spcPts val="0"/>
              </a:spcBef>
              <a:spcAft>
                <a:spcPts val="0"/>
              </a:spcAft>
              <a:buNone/>
            </a:pPr>
            <a:r>
              <a:t/>
            </a:r>
            <a:endParaRPr b="1" i="1" sz="1800">
              <a:solidFill>
                <a:srgbClr val="4F6128"/>
              </a:solidFill>
              <a:latin typeface="Calibri"/>
              <a:ea typeface="Calibri"/>
              <a:cs typeface="Calibri"/>
              <a:sym typeface="Calibri"/>
            </a:endParaRPr>
          </a:p>
          <a:p>
            <a:pPr indent="0" lvl="0" marL="0" rtl="0" algn="l">
              <a:spcBef>
                <a:spcPts val="0"/>
              </a:spcBef>
              <a:spcAft>
                <a:spcPts val="0"/>
              </a:spcAft>
              <a:buNone/>
            </a:pPr>
            <a:r>
              <a:t/>
            </a:r>
            <a:endParaRPr b="1" i="1" sz="1800">
              <a:solidFill>
                <a:srgbClr val="4F6128"/>
              </a:solidFill>
              <a:latin typeface="Calibri"/>
              <a:ea typeface="Calibri"/>
              <a:cs typeface="Calibri"/>
              <a:sym typeface="Calibri"/>
            </a:endParaRPr>
          </a:p>
          <a:p>
            <a:pPr indent="0" lvl="0" marL="0" rtl="0" algn="l">
              <a:spcBef>
                <a:spcPts val="0"/>
              </a:spcBef>
              <a:spcAft>
                <a:spcPts val="0"/>
              </a:spcAft>
              <a:buNone/>
            </a:pPr>
            <a:r>
              <a:t/>
            </a:r>
            <a:endParaRPr b="1" i="1" sz="1800">
              <a:solidFill>
                <a:srgbClr val="4F6128"/>
              </a:solidFill>
              <a:latin typeface="Calibri"/>
              <a:ea typeface="Calibri"/>
              <a:cs typeface="Calibri"/>
              <a:sym typeface="Calibri"/>
            </a:endParaRPr>
          </a:p>
          <a:p>
            <a:pPr indent="0" lvl="0" marL="0" rtl="0" algn="l">
              <a:spcBef>
                <a:spcPts val="0"/>
              </a:spcBef>
              <a:spcAft>
                <a:spcPts val="0"/>
              </a:spcAft>
              <a:buNone/>
            </a:pPr>
            <a:r>
              <a:t/>
            </a:r>
            <a:endParaRPr b="1" i="1" sz="1800">
              <a:solidFill>
                <a:srgbClr val="4F6128"/>
              </a:solidFill>
            </a:endParaRPr>
          </a:p>
          <a:p>
            <a:pPr indent="0" lvl="0" marL="0" rtl="0" algn="l">
              <a:spcBef>
                <a:spcPts val="0"/>
              </a:spcBef>
              <a:spcAft>
                <a:spcPts val="0"/>
              </a:spcAft>
              <a:buNone/>
            </a:pPr>
            <a:r>
              <a:rPr b="1" lang="en-US" sz="1900" u="sng">
                <a:solidFill>
                  <a:srgbClr val="4F6128"/>
                </a:solidFill>
              </a:rPr>
              <a:t>STEPS TO BE TAKEN</a:t>
            </a:r>
            <a:endParaRPr/>
          </a:p>
          <a:p>
            <a:pPr indent="0" lvl="0" marL="0" rtl="0" algn="l">
              <a:spcBef>
                <a:spcPts val="0"/>
              </a:spcBef>
              <a:spcAft>
                <a:spcPts val="0"/>
              </a:spcAft>
              <a:buNone/>
            </a:pPr>
            <a:r>
              <a:t/>
            </a:r>
            <a:endParaRPr sz="3600">
              <a:solidFill>
                <a:srgbClr val="4F6128"/>
              </a:solidFill>
            </a:endParaRPr>
          </a:p>
          <a:p>
            <a:pPr indent="-342900" lvl="0" marL="342900" rtl="0" algn="l">
              <a:spcBef>
                <a:spcPts val="0"/>
              </a:spcBef>
              <a:spcAft>
                <a:spcPts val="0"/>
              </a:spcAft>
              <a:buClr>
                <a:srgbClr val="4F6128"/>
              </a:buClr>
              <a:buSzPts val="1900"/>
              <a:buFont typeface="Calibri"/>
              <a:buAutoNum type="arabicPeriod"/>
            </a:pPr>
            <a:r>
              <a:rPr b="1" lang="en-US" sz="1900">
                <a:solidFill>
                  <a:srgbClr val="4F6128"/>
                </a:solidFill>
              </a:rPr>
              <a:t>Low-carbon buildings and infrastructure</a:t>
            </a:r>
            <a:endParaRPr/>
          </a:p>
          <a:p>
            <a:pPr indent="-222250" lvl="0" marL="342900" rtl="0" algn="l">
              <a:spcBef>
                <a:spcPts val="0"/>
              </a:spcBef>
              <a:spcAft>
                <a:spcPts val="0"/>
              </a:spcAft>
              <a:buSzPts val="1900"/>
              <a:buFont typeface="Calibri"/>
              <a:buNone/>
            </a:pPr>
            <a:r>
              <a:t/>
            </a:r>
            <a:endParaRPr b="1" sz="1900" u="sng">
              <a:solidFill>
                <a:srgbClr val="4F6128"/>
              </a:solidFill>
            </a:endParaRPr>
          </a:p>
          <a:p>
            <a:pPr indent="-342900" lvl="0" marL="342900" rtl="0" algn="l">
              <a:spcBef>
                <a:spcPts val="0"/>
              </a:spcBef>
              <a:spcAft>
                <a:spcPts val="0"/>
              </a:spcAft>
              <a:buClr>
                <a:srgbClr val="4F6128"/>
              </a:buClr>
              <a:buSzPts val="1900"/>
              <a:buFont typeface="Calibri"/>
              <a:buAutoNum type="arabicPeriod"/>
            </a:pPr>
            <a:r>
              <a:rPr b="1" lang="en-US" sz="1900">
                <a:solidFill>
                  <a:srgbClr val="4F6128"/>
                </a:solidFill>
              </a:rPr>
              <a:t> Using Sustainable Building Materials</a:t>
            </a:r>
            <a:endParaRPr/>
          </a:p>
          <a:p>
            <a:pPr indent="0" lvl="0" marL="0" rtl="0" algn="l">
              <a:spcBef>
                <a:spcPts val="0"/>
              </a:spcBef>
              <a:spcAft>
                <a:spcPts val="0"/>
              </a:spcAft>
              <a:buNone/>
            </a:pPr>
            <a:r>
              <a:t/>
            </a:r>
            <a:endParaRPr sz="3600">
              <a:solidFill>
                <a:srgbClr val="4F6128"/>
              </a:solidFill>
            </a:endParaRPr>
          </a:p>
          <a:p>
            <a:pPr indent="0" lvl="0" marL="0" rtl="0" algn="l">
              <a:spcBef>
                <a:spcPts val="0"/>
              </a:spcBef>
              <a:spcAft>
                <a:spcPts val="0"/>
              </a:spcAft>
              <a:buNone/>
            </a:pPr>
            <a:r>
              <a:t/>
            </a:r>
            <a:endParaRPr sz="3600">
              <a:solidFill>
                <a:srgbClr val="4F6128"/>
              </a:solidFill>
            </a:endParaRPr>
          </a:p>
        </p:txBody>
      </p:sp>
      <p:sp>
        <p:nvSpPr>
          <p:cNvPr id="220" name="Google Shape;220;p19"/>
          <p:cNvSpPr txBox="1"/>
          <p:nvPr/>
        </p:nvSpPr>
        <p:spPr>
          <a:xfrm>
            <a:off x="15163800" y="571500"/>
            <a:ext cx="2895600" cy="9019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3600">
                <a:solidFill>
                  <a:srgbClr val="4F6128"/>
                </a:solidFill>
                <a:latin typeface="Arial"/>
                <a:ea typeface="Arial"/>
                <a:cs typeface="Arial"/>
                <a:sym typeface="Arial"/>
              </a:rPr>
              <a:t>Sustainable Agriculture</a:t>
            </a:r>
            <a:endParaRPr/>
          </a:p>
          <a:p>
            <a:pPr indent="0" lvl="0" marL="0" rtl="0" algn="l">
              <a:spcBef>
                <a:spcPts val="0"/>
              </a:spcBef>
              <a:spcAft>
                <a:spcPts val="0"/>
              </a:spcAft>
              <a:buNone/>
            </a:pPr>
            <a:r>
              <a:t/>
            </a:r>
            <a:endParaRPr sz="1800">
              <a:solidFill>
                <a:srgbClr val="4F6128"/>
              </a:solidFill>
            </a:endParaRPr>
          </a:p>
          <a:p>
            <a:pPr indent="0" lvl="0" marL="0" rtl="0" algn="l">
              <a:spcBef>
                <a:spcPts val="0"/>
              </a:spcBef>
              <a:spcAft>
                <a:spcPts val="0"/>
              </a:spcAft>
              <a:buNone/>
            </a:pPr>
            <a:r>
              <a:rPr b="1" lang="en-US" sz="1800">
                <a:solidFill>
                  <a:srgbClr val="4F6128"/>
                </a:solidFill>
                <a:latin typeface="Calibri"/>
                <a:ea typeface="Calibri"/>
                <a:cs typeface="Calibri"/>
                <a:sym typeface="Calibri"/>
              </a:rPr>
              <a:t>Agriculture and livestock account for 18% of India's emissions</a:t>
            </a:r>
            <a:r>
              <a:rPr lang="en-US" sz="1800">
                <a:solidFill>
                  <a:srgbClr val="4F6128"/>
                </a:solidFill>
                <a:latin typeface="Calibri"/>
                <a:ea typeface="Calibri"/>
                <a:cs typeface="Calibri"/>
                <a:sym typeface="Calibri"/>
              </a:rPr>
              <a:t>, with nitrous oxide (mainly from fertilizers) contributing ~80% of agricultural emissions. </a:t>
            </a:r>
            <a:r>
              <a:rPr b="1" lang="en-US" sz="1800">
                <a:solidFill>
                  <a:srgbClr val="4F6128"/>
                </a:solidFill>
                <a:latin typeface="Calibri"/>
                <a:ea typeface="Calibri"/>
                <a:cs typeface="Calibri"/>
                <a:sym typeface="Calibri"/>
              </a:rPr>
              <a:t>Methane, largely from livestock (80%) and rice production, makes up the remaining 20%.</a:t>
            </a:r>
            <a:r>
              <a:rPr i="1" lang="en-US" sz="1800">
                <a:solidFill>
                  <a:srgbClr val="4F6128"/>
                </a:solidFill>
                <a:latin typeface="Calibri"/>
                <a:ea typeface="Calibri"/>
                <a:cs typeface="Calibri"/>
                <a:sym typeface="Calibri"/>
              </a:rPr>
              <a:t> </a:t>
            </a:r>
            <a:r>
              <a:rPr lang="en-US" sz="1800">
                <a:solidFill>
                  <a:srgbClr val="4F6128"/>
                </a:solidFill>
                <a:latin typeface="Calibri"/>
                <a:ea typeface="Calibri"/>
                <a:cs typeface="Calibri"/>
                <a:sym typeface="Calibri"/>
              </a:rPr>
              <a:t>Sustainable practices are urgently needed due to the high warming potential of these gases.</a:t>
            </a:r>
            <a:endParaRPr/>
          </a:p>
          <a:p>
            <a:pPr indent="0" lvl="0" marL="0" rtl="0" algn="l">
              <a:spcBef>
                <a:spcPts val="0"/>
              </a:spcBef>
              <a:spcAft>
                <a:spcPts val="0"/>
              </a:spcAft>
              <a:buNone/>
            </a:pPr>
            <a:r>
              <a:t/>
            </a:r>
            <a:endParaRPr sz="1800">
              <a:solidFill>
                <a:srgbClr val="4F6128"/>
              </a:solidFill>
              <a:latin typeface="Calibri"/>
              <a:ea typeface="Calibri"/>
              <a:cs typeface="Calibri"/>
              <a:sym typeface="Calibri"/>
            </a:endParaRPr>
          </a:p>
          <a:p>
            <a:pPr indent="0" lvl="0" marL="0" rtl="0" algn="l">
              <a:spcBef>
                <a:spcPts val="0"/>
              </a:spcBef>
              <a:spcAft>
                <a:spcPts val="0"/>
              </a:spcAft>
              <a:buNone/>
            </a:pPr>
            <a:r>
              <a:t/>
            </a:r>
            <a:endParaRPr sz="3600">
              <a:solidFill>
                <a:srgbClr val="4F6128"/>
              </a:solidFill>
            </a:endParaRPr>
          </a:p>
          <a:p>
            <a:pPr indent="0" lvl="0" marL="0" rtl="0" algn="l">
              <a:spcBef>
                <a:spcPts val="0"/>
              </a:spcBef>
              <a:spcAft>
                <a:spcPts val="0"/>
              </a:spcAft>
              <a:buNone/>
            </a:pPr>
            <a:r>
              <a:rPr b="1" lang="en-US" sz="1900" u="sng">
                <a:solidFill>
                  <a:srgbClr val="4F6128"/>
                </a:solidFill>
              </a:rPr>
              <a:t>STEPS TO BE TAKEN</a:t>
            </a:r>
            <a:endParaRPr/>
          </a:p>
          <a:p>
            <a:pPr indent="0" lvl="0" marL="0" rtl="0" algn="l">
              <a:spcBef>
                <a:spcPts val="0"/>
              </a:spcBef>
              <a:spcAft>
                <a:spcPts val="0"/>
              </a:spcAft>
              <a:buNone/>
            </a:pPr>
            <a:r>
              <a:t/>
            </a:r>
            <a:endParaRPr sz="1900">
              <a:solidFill>
                <a:srgbClr val="4F6128"/>
              </a:solidFill>
            </a:endParaRPr>
          </a:p>
          <a:p>
            <a:pPr indent="-342900" lvl="0" marL="342900" rtl="0" algn="l">
              <a:spcBef>
                <a:spcPts val="0"/>
              </a:spcBef>
              <a:spcAft>
                <a:spcPts val="0"/>
              </a:spcAft>
              <a:buClr>
                <a:srgbClr val="4F6128"/>
              </a:buClr>
              <a:buSzPts val="1800"/>
              <a:buFont typeface="Calibri"/>
              <a:buAutoNum type="arabicPeriod"/>
            </a:pPr>
            <a:r>
              <a:rPr b="1" lang="en-US" sz="1800">
                <a:solidFill>
                  <a:srgbClr val="4F6128"/>
                </a:solidFill>
              </a:rPr>
              <a:t>Promoting Integrated Nutrient Management (INM)</a:t>
            </a:r>
            <a:endParaRPr/>
          </a:p>
          <a:p>
            <a:pPr indent="-228600" lvl="0" marL="342900" rtl="0" algn="l">
              <a:spcBef>
                <a:spcPts val="0"/>
              </a:spcBef>
              <a:spcAft>
                <a:spcPts val="0"/>
              </a:spcAft>
              <a:buSzPts val="1800"/>
              <a:buFont typeface="Calibri"/>
              <a:buNone/>
            </a:pPr>
            <a:r>
              <a:t/>
            </a:r>
            <a:endParaRPr b="1" sz="1800" u="sng">
              <a:solidFill>
                <a:srgbClr val="4F6128"/>
              </a:solidFill>
            </a:endParaRPr>
          </a:p>
          <a:p>
            <a:pPr indent="-342900" lvl="0" marL="342900" rtl="0" algn="l">
              <a:spcBef>
                <a:spcPts val="0"/>
              </a:spcBef>
              <a:spcAft>
                <a:spcPts val="0"/>
              </a:spcAft>
              <a:buClr>
                <a:srgbClr val="4F6128"/>
              </a:buClr>
              <a:buSzPts val="1800"/>
              <a:buFont typeface="Calibri"/>
              <a:buAutoNum type="arabicPeriod"/>
            </a:pPr>
            <a:r>
              <a:rPr b="1" lang="en-US" sz="1800">
                <a:solidFill>
                  <a:srgbClr val="4F6128"/>
                </a:solidFill>
              </a:rPr>
              <a:t>Encouraging Organic Farming</a:t>
            </a:r>
            <a:endParaRPr/>
          </a:p>
          <a:p>
            <a:pPr indent="0" lvl="0" marL="0" rtl="0" algn="l">
              <a:spcBef>
                <a:spcPts val="0"/>
              </a:spcBef>
              <a:spcAft>
                <a:spcPts val="0"/>
              </a:spcAft>
              <a:buNone/>
            </a:pPr>
            <a:r>
              <a:t/>
            </a:r>
            <a:endParaRPr sz="1900">
              <a:solidFill>
                <a:srgbClr val="4F6128"/>
              </a:solidFill>
            </a:endParaRPr>
          </a:p>
          <a:p>
            <a:pPr indent="0" lvl="0" marL="0" rtl="0" algn="l">
              <a:spcBef>
                <a:spcPts val="0"/>
              </a:spcBef>
              <a:spcAft>
                <a:spcPts val="0"/>
              </a:spcAft>
              <a:buNone/>
            </a:pPr>
            <a:r>
              <a:t/>
            </a:r>
            <a:endParaRPr sz="1900">
              <a:solidFill>
                <a:srgbClr val="4F6128"/>
              </a:solidFill>
            </a:endParaRPr>
          </a:p>
        </p:txBody>
      </p:sp>
      <p:cxnSp>
        <p:nvCxnSpPr>
          <p:cNvPr id="221" name="Google Shape;221;p19"/>
          <p:cNvCxnSpPr/>
          <p:nvPr/>
        </p:nvCxnSpPr>
        <p:spPr>
          <a:xfrm>
            <a:off x="0" y="7505700"/>
            <a:ext cx="4267200" cy="0"/>
          </a:xfrm>
          <a:prstGeom prst="straightConnector1">
            <a:avLst/>
          </a:prstGeom>
          <a:noFill/>
          <a:ln cap="flat" cmpd="sng" w="9525">
            <a:solidFill>
              <a:schemeClr val="dk1"/>
            </a:solidFill>
            <a:prstDash val="solid"/>
            <a:round/>
            <a:headEnd len="sm" w="sm" type="none"/>
            <a:tailEnd len="sm" w="sm" type="none"/>
          </a:ln>
        </p:spPr>
      </p:cxnSp>
      <p:cxnSp>
        <p:nvCxnSpPr>
          <p:cNvPr id="222" name="Google Shape;222;p19"/>
          <p:cNvCxnSpPr/>
          <p:nvPr/>
        </p:nvCxnSpPr>
        <p:spPr>
          <a:xfrm>
            <a:off x="3733800" y="7505700"/>
            <a:ext cx="4267200" cy="0"/>
          </a:xfrm>
          <a:prstGeom prst="straightConnector1">
            <a:avLst/>
          </a:prstGeom>
          <a:noFill/>
          <a:ln cap="flat" cmpd="sng" w="9525">
            <a:solidFill>
              <a:schemeClr val="dk1"/>
            </a:solidFill>
            <a:prstDash val="solid"/>
            <a:round/>
            <a:headEnd len="sm" w="sm" type="none"/>
            <a:tailEnd len="sm" w="sm" type="none"/>
          </a:ln>
        </p:spPr>
      </p:cxnSp>
      <p:cxnSp>
        <p:nvCxnSpPr>
          <p:cNvPr id="223" name="Google Shape;223;p19"/>
          <p:cNvCxnSpPr/>
          <p:nvPr/>
        </p:nvCxnSpPr>
        <p:spPr>
          <a:xfrm>
            <a:off x="7924800" y="6896100"/>
            <a:ext cx="4114800" cy="0"/>
          </a:xfrm>
          <a:prstGeom prst="straightConnector1">
            <a:avLst/>
          </a:prstGeom>
          <a:noFill/>
          <a:ln cap="flat" cmpd="sng" w="9525">
            <a:solidFill>
              <a:schemeClr val="dk1"/>
            </a:solidFill>
            <a:prstDash val="solid"/>
            <a:round/>
            <a:headEnd len="sm" w="sm" type="none"/>
            <a:tailEnd len="sm" w="sm" type="none"/>
          </a:ln>
        </p:spPr>
      </p:cxnSp>
      <p:cxnSp>
        <p:nvCxnSpPr>
          <p:cNvPr id="224" name="Google Shape;224;p19"/>
          <p:cNvCxnSpPr/>
          <p:nvPr/>
        </p:nvCxnSpPr>
        <p:spPr>
          <a:xfrm>
            <a:off x="11963400" y="5823438"/>
            <a:ext cx="3048000" cy="0"/>
          </a:xfrm>
          <a:prstGeom prst="straightConnector1">
            <a:avLst/>
          </a:prstGeom>
          <a:noFill/>
          <a:ln cap="flat" cmpd="sng" w="9525">
            <a:solidFill>
              <a:schemeClr val="dk1"/>
            </a:solidFill>
            <a:prstDash val="solid"/>
            <a:round/>
            <a:headEnd len="sm" w="sm" type="none"/>
            <a:tailEnd len="sm" w="sm" type="none"/>
          </a:ln>
        </p:spPr>
      </p:cxnSp>
      <p:cxnSp>
        <p:nvCxnSpPr>
          <p:cNvPr id="225" name="Google Shape;225;p19"/>
          <p:cNvCxnSpPr/>
          <p:nvPr/>
        </p:nvCxnSpPr>
        <p:spPr>
          <a:xfrm>
            <a:off x="15087600" y="6438900"/>
            <a:ext cx="30480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0"/>
          <p:cNvSpPr/>
          <p:nvPr/>
        </p:nvSpPr>
        <p:spPr>
          <a:xfrm>
            <a:off x="12713110" y="8686800"/>
            <a:ext cx="4955458" cy="1327355"/>
          </a:xfrm>
          <a:prstGeom prst="rect">
            <a:avLst/>
          </a:prstGeom>
          <a:solidFill>
            <a:schemeClr val="lt1"/>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231" name="Google Shape;231;p20"/>
          <p:cNvSpPr/>
          <p:nvPr/>
        </p:nvSpPr>
        <p:spPr>
          <a:xfrm>
            <a:off x="8042528" y="9315450"/>
            <a:ext cx="4433570" cy="54610"/>
          </a:xfrm>
          <a:custGeom>
            <a:rect b="b" l="l" r="r" t="t"/>
            <a:pathLst>
              <a:path extrusionOk="0" h="54609" w="4433570">
                <a:moveTo>
                  <a:pt x="4433315" y="54235"/>
                </a:moveTo>
                <a:lnTo>
                  <a:pt x="0" y="54235"/>
                </a:lnTo>
                <a:lnTo>
                  <a:pt x="0" y="0"/>
                </a:lnTo>
                <a:lnTo>
                  <a:pt x="4433315" y="0"/>
                </a:lnTo>
                <a:lnTo>
                  <a:pt x="4433315" y="54235"/>
                </a:lnTo>
                <a:close/>
              </a:path>
            </a:pathLst>
          </a:custGeom>
          <a:solidFill>
            <a:srgbClr val="9DCC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2" name="Google Shape;232;p20"/>
          <p:cNvSpPr/>
          <p:nvPr/>
        </p:nvSpPr>
        <p:spPr>
          <a:xfrm>
            <a:off x="4000500" y="1"/>
            <a:ext cx="10287000" cy="507365"/>
          </a:xfrm>
          <a:custGeom>
            <a:rect b="b" l="l" r="r" t="t"/>
            <a:pathLst>
              <a:path extrusionOk="0" h="507365" w="10287000">
                <a:moveTo>
                  <a:pt x="10286534" y="506901"/>
                </a:moveTo>
                <a:lnTo>
                  <a:pt x="0" y="506901"/>
                </a:lnTo>
                <a:lnTo>
                  <a:pt x="0" y="0"/>
                </a:lnTo>
                <a:lnTo>
                  <a:pt x="10286534" y="0"/>
                </a:lnTo>
                <a:lnTo>
                  <a:pt x="10286534" y="506901"/>
                </a:lnTo>
                <a:close/>
              </a:path>
            </a:pathLst>
          </a:custGeom>
          <a:solidFill>
            <a:srgbClr val="9DCC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233" name="Google Shape;233;p20"/>
          <p:cNvGrpSpPr/>
          <p:nvPr/>
        </p:nvGrpSpPr>
        <p:grpSpPr>
          <a:xfrm>
            <a:off x="12838743" y="8943018"/>
            <a:ext cx="838200" cy="838200"/>
            <a:chOff x="8838243" y="8943018"/>
            <a:chExt cx="838200" cy="838200"/>
          </a:xfrm>
        </p:grpSpPr>
        <p:sp>
          <p:nvSpPr>
            <p:cNvPr id="234" name="Google Shape;234;p20"/>
            <p:cNvSpPr/>
            <p:nvPr/>
          </p:nvSpPr>
          <p:spPr>
            <a:xfrm>
              <a:off x="8838243" y="8943018"/>
              <a:ext cx="838200" cy="838200"/>
            </a:xfrm>
            <a:custGeom>
              <a:rect b="b" l="l" r="r" t="t"/>
              <a:pathLst>
                <a:path extrusionOk="0" h="838200" w="838200">
                  <a:moveTo>
                    <a:pt x="458976" y="838196"/>
                  </a:moveTo>
                  <a:lnTo>
                    <a:pt x="381125" y="838196"/>
                  </a:lnTo>
                  <a:lnTo>
                    <a:pt x="332728" y="830862"/>
                  </a:lnTo>
                  <a:lnTo>
                    <a:pt x="286292" y="818166"/>
                  </a:lnTo>
                  <a:lnTo>
                    <a:pt x="242148" y="800442"/>
                  </a:lnTo>
                  <a:lnTo>
                    <a:pt x="200630" y="778024"/>
                  </a:lnTo>
                  <a:lnTo>
                    <a:pt x="162070" y="751244"/>
                  </a:lnTo>
                  <a:lnTo>
                    <a:pt x="126801" y="720435"/>
                  </a:lnTo>
                  <a:lnTo>
                    <a:pt x="95156" y="685932"/>
                  </a:lnTo>
                  <a:lnTo>
                    <a:pt x="67466" y="648068"/>
                  </a:lnTo>
                  <a:lnTo>
                    <a:pt x="44065" y="607175"/>
                  </a:lnTo>
                  <a:lnTo>
                    <a:pt x="25285" y="563587"/>
                  </a:lnTo>
                  <a:lnTo>
                    <a:pt x="11459" y="517637"/>
                  </a:lnTo>
                  <a:lnTo>
                    <a:pt x="2920" y="469660"/>
                  </a:lnTo>
                  <a:lnTo>
                    <a:pt x="0" y="419987"/>
                  </a:lnTo>
                  <a:lnTo>
                    <a:pt x="2827" y="371115"/>
                  </a:lnTo>
                  <a:lnTo>
                    <a:pt x="11100" y="323877"/>
                  </a:lnTo>
                  <a:lnTo>
                    <a:pt x="24500" y="278592"/>
                  </a:lnTo>
                  <a:lnTo>
                    <a:pt x="42710" y="235576"/>
                  </a:lnTo>
                  <a:lnTo>
                    <a:pt x="65413" y="195147"/>
                  </a:lnTo>
                  <a:lnTo>
                    <a:pt x="92292" y="157621"/>
                  </a:lnTo>
                  <a:lnTo>
                    <a:pt x="123030" y="123316"/>
                  </a:lnTo>
                  <a:lnTo>
                    <a:pt x="157310" y="92549"/>
                  </a:lnTo>
                  <a:lnTo>
                    <a:pt x="194814" y="65636"/>
                  </a:lnTo>
                  <a:lnTo>
                    <a:pt x="235226" y="42896"/>
                  </a:lnTo>
                  <a:lnTo>
                    <a:pt x="278228" y="24645"/>
                  </a:lnTo>
                  <a:lnTo>
                    <a:pt x="323504" y="11201"/>
                  </a:lnTo>
                  <a:lnTo>
                    <a:pt x="370736" y="2880"/>
                  </a:lnTo>
                  <a:lnTo>
                    <a:pt x="419606" y="0"/>
                  </a:lnTo>
                  <a:lnTo>
                    <a:pt x="420368" y="0"/>
                  </a:lnTo>
                  <a:lnTo>
                    <a:pt x="468473" y="2880"/>
                  </a:lnTo>
                  <a:lnTo>
                    <a:pt x="469495" y="2880"/>
                  </a:lnTo>
                  <a:lnTo>
                    <a:pt x="517952" y="11551"/>
                  </a:lnTo>
                  <a:lnTo>
                    <a:pt x="563864" y="25405"/>
                  </a:lnTo>
                  <a:lnTo>
                    <a:pt x="419895" y="25405"/>
                  </a:lnTo>
                  <a:lnTo>
                    <a:pt x="370564" y="28480"/>
                  </a:lnTo>
                  <a:lnTo>
                    <a:pt x="322953" y="37473"/>
                  </a:lnTo>
                  <a:lnTo>
                    <a:pt x="277526" y="52005"/>
                  </a:lnTo>
                  <a:lnTo>
                    <a:pt x="234655" y="71705"/>
                  </a:lnTo>
                  <a:lnTo>
                    <a:pt x="194714" y="96198"/>
                  </a:lnTo>
                  <a:lnTo>
                    <a:pt x="158076" y="125113"/>
                  </a:lnTo>
                  <a:lnTo>
                    <a:pt x="125113" y="158076"/>
                  </a:lnTo>
                  <a:lnTo>
                    <a:pt x="96198" y="194714"/>
                  </a:lnTo>
                  <a:lnTo>
                    <a:pt x="71705" y="234655"/>
                  </a:lnTo>
                  <a:lnTo>
                    <a:pt x="52005" y="277526"/>
                  </a:lnTo>
                  <a:lnTo>
                    <a:pt x="37473" y="322953"/>
                  </a:lnTo>
                  <a:lnTo>
                    <a:pt x="28480" y="370564"/>
                  </a:lnTo>
                  <a:lnTo>
                    <a:pt x="25399" y="419987"/>
                  </a:lnTo>
                  <a:lnTo>
                    <a:pt x="28480" y="469410"/>
                  </a:lnTo>
                  <a:lnTo>
                    <a:pt x="37473" y="517021"/>
                  </a:lnTo>
                  <a:lnTo>
                    <a:pt x="52005" y="562448"/>
                  </a:lnTo>
                  <a:lnTo>
                    <a:pt x="71705" y="605319"/>
                  </a:lnTo>
                  <a:lnTo>
                    <a:pt x="96198" y="645260"/>
                  </a:lnTo>
                  <a:lnTo>
                    <a:pt x="125113" y="681898"/>
                  </a:lnTo>
                  <a:lnTo>
                    <a:pt x="158076" y="714861"/>
                  </a:lnTo>
                  <a:lnTo>
                    <a:pt x="194714" y="743775"/>
                  </a:lnTo>
                  <a:lnTo>
                    <a:pt x="234655" y="768269"/>
                  </a:lnTo>
                  <a:lnTo>
                    <a:pt x="277526" y="787968"/>
                  </a:lnTo>
                  <a:lnTo>
                    <a:pt x="322953" y="802501"/>
                  </a:lnTo>
                  <a:lnTo>
                    <a:pt x="370564" y="811494"/>
                  </a:lnTo>
                  <a:lnTo>
                    <a:pt x="419987" y="814574"/>
                  </a:lnTo>
                  <a:lnTo>
                    <a:pt x="562811" y="814574"/>
                  </a:lnTo>
                  <a:lnTo>
                    <a:pt x="555408" y="817593"/>
                  </a:lnTo>
                  <a:lnTo>
                    <a:pt x="508209" y="830669"/>
                  </a:lnTo>
                  <a:lnTo>
                    <a:pt x="458976" y="838196"/>
                  </a:lnTo>
                  <a:close/>
                </a:path>
                <a:path extrusionOk="0" h="838200" w="838200">
                  <a:moveTo>
                    <a:pt x="562811" y="814574"/>
                  </a:moveTo>
                  <a:lnTo>
                    <a:pt x="419987" y="814574"/>
                  </a:lnTo>
                  <a:lnTo>
                    <a:pt x="469410" y="811494"/>
                  </a:lnTo>
                  <a:lnTo>
                    <a:pt x="517021" y="802501"/>
                  </a:lnTo>
                  <a:lnTo>
                    <a:pt x="562448" y="787968"/>
                  </a:lnTo>
                  <a:lnTo>
                    <a:pt x="605319" y="768269"/>
                  </a:lnTo>
                  <a:lnTo>
                    <a:pt x="645260" y="743775"/>
                  </a:lnTo>
                  <a:lnTo>
                    <a:pt x="681898" y="714861"/>
                  </a:lnTo>
                  <a:lnTo>
                    <a:pt x="714861" y="681898"/>
                  </a:lnTo>
                  <a:lnTo>
                    <a:pt x="743775" y="645260"/>
                  </a:lnTo>
                  <a:lnTo>
                    <a:pt x="768269" y="605319"/>
                  </a:lnTo>
                  <a:lnTo>
                    <a:pt x="787968" y="562448"/>
                  </a:lnTo>
                  <a:lnTo>
                    <a:pt x="802501" y="517021"/>
                  </a:lnTo>
                  <a:lnTo>
                    <a:pt x="811447" y="469660"/>
                  </a:lnTo>
                  <a:lnTo>
                    <a:pt x="811494" y="469410"/>
                  </a:lnTo>
                  <a:lnTo>
                    <a:pt x="814574" y="419987"/>
                  </a:lnTo>
                  <a:lnTo>
                    <a:pt x="811528" y="371115"/>
                  </a:lnTo>
                  <a:lnTo>
                    <a:pt x="811494" y="370564"/>
                  </a:lnTo>
                  <a:lnTo>
                    <a:pt x="802501" y="322953"/>
                  </a:lnTo>
                  <a:lnTo>
                    <a:pt x="787968" y="277526"/>
                  </a:lnTo>
                  <a:lnTo>
                    <a:pt x="768269" y="234655"/>
                  </a:lnTo>
                  <a:lnTo>
                    <a:pt x="743775" y="194714"/>
                  </a:lnTo>
                  <a:lnTo>
                    <a:pt x="714861" y="158076"/>
                  </a:lnTo>
                  <a:lnTo>
                    <a:pt x="681898" y="125113"/>
                  </a:lnTo>
                  <a:lnTo>
                    <a:pt x="645260" y="96198"/>
                  </a:lnTo>
                  <a:lnTo>
                    <a:pt x="605319" y="71705"/>
                  </a:lnTo>
                  <a:lnTo>
                    <a:pt x="562448" y="52005"/>
                  </a:lnTo>
                  <a:lnTo>
                    <a:pt x="517021" y="37473"/>
                  </a:lnTo>
                  <a:lnTo>
                    <a:pt x="469410" y="28480"/>
                  </a:lnTo>
                  <a:lnTo>
                    <a:pt x="420080" y="25405"/>
                  </a:lnTo>
                  <a:lnTo>
                    <a:pt x="563864" y="25405"/>
                  </a:lnTo>
                  <a:lnTo>
                    <a:pt x="607413" y="44202"/>
                  </a:lnTo>
                  <a:lnTo>
                    <a:pt x="648267" y="67612"/>
                  </a:lnTo>
                  <a:lnTo>
                    <a:pt x="686094" y="95301"/>
                  </a:lnTo>
                  <a:lnTo>
                    <a:pt x="720560" y="126940"/>
                  </a:lnTo>
                  <a:lnTo>
                    <a:pt x="751335" y="162195"/>
                  </a:lnTo>
                  <a:lnTo>
                    <a:pt x="778085" y="200736"/>
                  </a:lnTo>
                  <a:lnTo>
                    <a:pt x="800478" y="242232"/>
                  </a:lnTo>
                  <a:lnTo>
                    <a:pt x="818183" y="286349"/>
                  </a:lnTo>
                  <a:lnTo>
                    <a:pt x="830866" y="332757"/>
                  </a:lnTo>
                  <a:lnTo>
                    <a:pt x="838196" y="381125"/>
                  </a:lnTo>
                  <a:lnTo>
                    <a:pt x="838196" y="458849"/>
                  </a:lnTo>
                  <a:lnTo>
                    <a:pt x="830669" y="508111"/>
                  </a:lnTo>
                  <a:lnTo>
                    <a:pt x="817594" y="555335"/>
                  </a:lnTo>
                  <a:lnTo>
                    <a:pt x="799321" y="600168"/>
                  </a:lnTo>
                  <a:lnTo>
                    <a:pt x="776202" y="642260"/>
                  </a:lnTo>
                  <a:lnTo>
                    <a:pt x="748589" y="681260"/>
                  </a:lnTo>
                  <a:lnTo>
                    <a:pt x="716833" y="716817"/>
                  </a:lnTo>
                  <a:lnTo>
                    <a:pt x="681285" y="748580"/>
                  </a:lnTo>
                  <a:lnTo>
                    <a:pt x="642297" y="776197"/>
                  </a:lnTo>
                  <a:lnTo>
                    <a:pt x="600221" y="799319"/>
                  </a:lnTo>
                  <a:lnTo>
                    <a:pt x="562811" y="814574"/>
                  </a:lnTo>
                  <a:close/>
                </a:path>
              </a:pathLst>
            </a:custGeom>
            <a:solidFill>
              <a:srgbClr val="9DCC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5" name="Google Shape;235;p20"/>
            <p:cNvSpPr/>
            <p:nvPr/>
          </p:nvSpPr>
          <p:spPr>
            <a:xfrm>
              <a:off x="9187746" y="9204129"/>
              <a:ext cx="192405" cy="318135"/>
            </a:xfrm>
            <a:custGeom>
              <a:rect b="b" l="l" r="r" t="t"/>
              <a:pathLst>
                <a:path extrusionOk="0" h="318134" w="192404">
                  <a:moveTo>
                    <a:pt x="36703" y="317752"/>
                  </a:moveTo>
                  <a:lnTo>
                    <a:pt x="0" y="282446"/>
                  </a:lnTo>
                  <a:lnTo>
                    <a:pt x="120649" y="157224"/>
                  </a:lnTo>
                  <a:lnTo>
                    <a:pt x="254" y="35940"/>
                  </a:lnTo>
                  <a:lnTo>
                    <a:pt x="36448" y="0"/>
                  </a:lnTo>
                  <a:lnTo>
                    <a:pt x="191896" y="156590"/>
                  </a:lnTo>
                  <a:lnTo>
                    <a:pt x="36703" y="317752"/>
                  </a:lnTo>
                  <a:close/>
                </a:path>
              </a:pathLst>
            </a:custGeom>
            <a:solidFill>
              <a:srgbClr val="2E2E2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36" name="Google Shape;236;p20"/>
          <p:cNvSpPr txBox="1"/>
          <p:nvPr>
            <p:ph type="title"/>
          </p:nvPr>
        </p:nvSpPr>
        <p:spPr>
          <a:xfrm>
            <a:off x="2060" y="505782"/>
            <a:ext cx="18236400" cy="2232000"/>
          </a:xfrm>
          <a:prstGeom prst="rect">
            <a:avLst/>
          </a:prstGeom>
          <a:noFill/>
          <a:ln>
            <a:noFill/>
          </a:ln>
        </p:spPr>
        <p:txBody>
          <a:bodyPr anchorCtr="0" anchor="t" bIns="0" lIns="0" spcFirstLastPara="1" rIns="0" wrap="square" tIns="15225">
            <a:spAutoFit/>
          </a:bodyPr>
          <a:lstStyle/>
          <a:p>
            <a:pPr indent="0" lvl="0" marL="12700" rtl="0" algn="ctr">
              <a:spcBef>
                <a:spcPts val="0"/>
              </a:spcBef>
              <a:spcAft>
                <a:spcPts val="0"/>
              </a:spcAft>
              <a:buNone/>
            </a:pPr>
            <a:r>
              <a:rPr lang="en-US" sz="7200">
                <a:latin typeface="Arial"/>
                <a:ea typeface="Arial"/>
                <a:cs typeface="Arial"/>
                <a:sym typeface="Arial"/>
              </a:rPr>
              <a:t>Conclusion</a:t>
            </a:r>
            <a:br>
              <a:rPr lang="en-US" sz="7200">
                <a:latin typeface="Arial"/>
                <a:ea typeface="Arial"/>
                <a:cs typeface="Arial"/>
                <a:sym typeface="Arial"/>
              </a:rPr>
            </a:br>
            <a:endParaRPr sz="7200">
              <a:latin typeface="Arial"/>
              <a:ea typeface="Arial"/>
              <a:cs typeface="Arial"/>
              <a:sym typeface="Arial"/>
            </a:endParaRPr>
          </a:p>
        </p:txBody>
      </p:sp>
      <p:sp>
        <p:nvSpPr>
          <p:cNvPr id="237" name="Google Shape;237;p20"/>
          <p:cNvSpPr/>
          <p:nvPr/>
        </p:nvSpPr>
        <p:spPr>
          <a:xfrm>
            <a:off x="7197213" y="8421329"/>
            <a:ext cx="6813755" cy="1592826"/>
          </a:xfrm>
          <a:prstGeom prst="rect">
            <a:avLst/>
          </a:prstGeom>
          <a:solidFill>
            <a:schemeClr val="lt1"/>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238" name="Google Shape;238;p20"/>
          <p:cNvSpPr txBox="1"/>
          <p:nvPr/>
        </p:nvSpPr>
        <p:spPr>
          <a:xfrm>
            <a:off x="992437" y="1621472"/>
            <a:ext cx="17287200" cy="4217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4400">
                <a:solidFill>
                  <a:srgbClr val="000000"/>
                </a:solidFill>
                <a:latin typeface="Arial"/>
                <a:ea typeface="Arial"/>
                <a:cs typeface="Arial"/>
                <a:sym typeface="Arial"/>
              </a:rPr>
              <a:t>Case Study of Turkey:</a:t>
            </a:r>
            <a:endParaRPr b="1" sz="4400"/>
          </a:p>
          <a:p>
            <a:pPr indent="-673100" lvl="0" marL="685800" rtl="0" algn="l">
              <a:spcBef>
                <a:spcPts val="0"/>
              </a:spcBef>
              <a:spcAft>
                <a:spcPts val="0"/>
              </a:spcAft>
              <a:buClr>
                <a:schemeClr val="dk1"/>
              </a:buClr>
              <a:buSzPts val="2500"/>
              <a:buFont typeface="Arial"/>
              <a:buChar char="•"/>
            </a:pPr>
            <a:r>
              <a:rPr lang="en-US" sz="2500">
                <a:solidFill>
                  <a:schemeClr val="dk1"/>
                </a:solidFill>
                <a:latin typeface="Arial"/>
                <a:ea typeface="Arial"/>
                <a:cs typeface="Arial"/>
                <a:sym typeface="Arial"/>
              </a:rPr>
              <a:t>Turkey has outperformed all the countries with respect to the growth it has shown in SDG indicators from 2005 to 2015.</a:t>
            </a:r>
            <a:endParaRPr sz="2500"/>
          </a:p>
          <a:p>
            <a:pPr indent="-673100" lvl="0" marL="685800" rtl="0" algn="l">
              <a:spcBef>
                <a:spcPts val="0"/>
              </a:spcBef>
              <a:spcAft>
                <a:spcPts val="0"/>
              </a:spcAft>
              <a:buClr>
                <a:schemeClr val="dk1"/>
              </a:buClr>
              <a:buSzPts val="2500"/>
              <a:buFont typeface="Arial"/>
              <a:buChar char="•"/>
            </a:pPr>
            <a:r>
              <a:rPr lang="en-US" sz="2500">
                <a:solidFill>
                  <a:schemeClr val="dk1"/>
                </a:solidFill>
                <a:latin typeface="Arial"/>
                <a:ea typeface="Arial"/>
                <a:cs typeface="Arial"/>
                <a:sym typeface="Arial"/>
              </a:rPr>
              <a:t>Having the </a:t>
            </a:r>
            <a:r>
              <a:rPr b="1" lang="en-US" sz="2500">
                <a:solidFill>
                  <a:schemeClr val="dk1"/>
                </a:solidFill>
                <a:latin typeface="Arial"/>
                <a:ea typeface="Arial"/>
                <a:cs typeface="Arial"/>
                <a:sym typeface="Arial"/>
              </a:rPr>
              <a:t>highest growth average of 2.36</a:t>
            </a:r>
            <a:r>
              <a:rPr lang="en-US" sz="2500">
                <a:solidFill>
                  <a:schemeClr val="dk1"/>
                </a:solidFill>
                <a:latin typeface="Arial"/>
                <a:ea typeface="Arial"/>
                <a:cs typeface="Arial"/>
                <a:sym typeface="Arial"/>
              </a:rPr>
              <a:t>, Turkey has shown significant growth in SDG indicators like </a:t>
            </a:r>
            <a:r>
              <a:rPr b="1" lang="en-US" sz="2500">
                <a:solidFill>
                  <a:schemeClr val="dk1"/>
                </a:solidFill>
                <a:latin typeface="Arial"/>
                <a:ea typeface="Arial"/>
                <a:cs typeface="Arial"/>
                <a:sym typeface="Arial"/>
              </a:rPr>
              <a:t>Internet usage, education, food production, and sanitation.</a:t>
            </a:r>
            <a:endParaRPr sz="2500"/>
          </a:p>
          <a:p>
            <a:pPr indent="-673100" lvl="0" marL="685800" rtl="0" algn="l">
              <a:spcBef>
                <a:spcPts val="0"/>
              </a:spcBef>
              <a:spcAft>
                <a:spcPts val="0"/>
              </a:spcAft>
              <a:buClr>
                <a:schemeClr val="dk1"/>
              </a:buClr>
              <a:buSzPts val="2500"/>
              <a:buFont typeface="Arial"/>
              <a:buChar char="•"/>
            </a:pPr>
            <a:r>
              <a:rPr lang="en-US" sz="2500">
                <a:solidFill>
                  <a:schemeClr val="dk1"/>
                </a:solidFill>
                <a:latin typeface="Arial"/>
                <a:ea typeface="Arial"/>
                <a:cs typeface="Arial"/>
                <a:sym typeface="Arial"/>
              </a:rPr>
              <a:t>Reasons for Turkey's significant growth is the implementation of several policies by the government integrating Sustainable Development in  </a:t>
            </a:r>
            <a:r>
              <a:rPr b="1" lang="en-US" sz="2500">
                <a:solidFill>
                  <a:schemeClr val="dk1"/>
                </a:solidFill>
                <a:latin typeface="Arial"/>
                <a:ea typeface="Arial"/>
                <a:cs typeface="Arial"/>
                <a:sym typeface="Arial"/>
              </a:rPr>
              <a:t>National Development Plan (NDP)</a:t>
            </a:r>
            <a:r>
              <a:rPr lang="en-US" sz="2500">
                <a:solidFill>
                  <a:schemeClr val="dk1"/>
                </a:solidFill>
                <a:latin typeface="Arial"/>
                <a:ea typeface="Arial"/>
                <a:cs typeface="Arial"/>
                <a:sym typeface="Arial"/>
              </a:rPr>
              <a:t> resulting in policies like </a:t>
            </a:r>
            <a:r>
              <a:rPr b="1" lang="en-US" sz="2500">
                <a:solidFill>
                  <a:schemeClr val="dk1"/>
                </a:solidFill>
                <a:latin typeface="Arial"/>
                <a:ea typeface="Arial"/>
                <a:cs typeface="Arial"/>
                <a:sym typeface="Arial"/>
              </a:rPr>
              <a:t>Green card Program , Universal Health Insurance(UHI), Extension Of Compulsory Education etc .</a:t>
            </a:r>
            <a:endParaRPr sz="2500"/>
          </a:p>
          <a:p>
            <a:pPr indent="0" lvl="0" marL="0" rtl="0" algn="l">
              <a:spcBef>
                <a:spcPts val="0"/>
              </a:spcBef>
              <a:spcAft>
                <a:spcPts val="0"/>
              </a:spcAft>
              <a:buNone/>
            </a:pPr>
            <a:r>
              <a:rPr b="1" lang="en-US" sz="2500" u="sng">
                <a:solidFill>
                  <a:schemeClr val="dk1"/>
                </a:solidFill>
                <a:latin typeface="Arial"/>
                <a:ea typeface="Arial"/>
                <a:cs typeface="Arial"/>
                <a:sym typeface="Arial"/>
              </a:rPr>
              <a:t> </a:t>
            </a:r>
            <a:endParaRPr sz="2500"/>
          </a:p>
          <a:p>
            <a:pPr indent="-533400" lvl="0" marL="685800" rtl="0" algn="l">
              <a:spcBef>
                <a:spcPts val="0"/>
              </a:spcBef>
              <a:spcAft>
                <a:spcPts val="0"/>
              </a:spcAft>
              <a:buSzPts val="2400"/>
              <a:buFont typeface="Arial"/>
              <a:buNone/>
            </a:pPr>
            <a:r>
              <a:t/>
            </a:r>
            <a:endParaRPr b="1" sz="2400" u="sng">
              <a:solidFill>
                <a:srgbClr val="000000"/>
              </a:solidFill>
              <a:latin typeface="Arial"/>
              <a:ea typeface="Arial"/>
              <a:cs typeface="Arial"/>
              <a:sym typeface="Arial"/>
            </a:endParaRPr>
          </a:p>
        </p:txBody>
      </p:sp>
      <p:sp>
        <p:nvSpPr>
          <p:cNvPr id="239" name="Google Shape;239;p20"/>
          <p:cNvSpPr txBox="1"/>
          <p:nvPr/>
        </p:nvSpPr>
        <p:spPr>
          <a:xfrm>
            <a:off x="1000830" y="5577232"/>
            <a:ext cx="17287200" cy="4233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4400">
                <a:latin typeface="Arial"/>
                <a:ea typeface="Arial"/>
                <a:cs typeface="Arial"/>
                <a:sym typeface="Arial"/>
              </a:rPr>
              <a:t>India's Path to Net-Zero Emission:</a:t>
            </a:r>
            <a:endParaRPr b="1" sz="4400"/>
          </a:p>
          <a:p>
            <a:pPr indent="-673100" lvl="0" marL="685800" rtl="0" algn="l">
              <a:spcBef>
                <a:spcPts val="0"/>
              </a:spcBef>
              <a:spcAft>
                <a:spcPts val="0"/>
              </a:spcAft>
              <a:buSzPts val="2500"/>
              <a:buFont typeface="Arial"/>
              <a:buChar char="•"/>
            </a:pPr>
            <a:r>
              <a:rPr lang="en-US" sz="2500">
                <a:latin typeface="Arial"/>
                <a:ea typeface="Arial"/>
                <a:cs typeface="Arial"/>
                <a:sym typeface="Arial"/>
              </a:rPr>
              <a:t>At </a:t>
            </a:r>
            <a:r>
              <a:rPr b="1" lang="en-US" sz="2500">
                <a:latin typeface="Arial"/>
                <a:ea typeface="Arial"/>
                <a:cs typeface="Arial"/>
                <a:sym typeface="Arial"/>
              </a:rPr>
              <a:t>26th Conference of the Parties to the United Nations Framework Convention on Climate Change (COP26) </a:t>
            </a:r>
            <a:r>
              <a:rPr lang="en-US" sz="2500">
                <a:latin typeface="Arial"/>
                <a:ea typeface="Arial"/>
                <a:cs typeface="Arial"/>
                <a:sym typeface="Arial"/>
              </a:rPr>
              <a:t>India has set five ambitious goals(</a:t>
            </a:r>
            <a:r>
              <a:rPr b="1" lang="en-US" sz="2500">
                <a:latin typeface="Arial"/>
                <a:ea typeface="Arial"/>
                <a:cs typeface="Arial"/>
                <a:sym typeface="Arial"/>
              </a:rPr>
              <a:t> Panchamrit</a:t>
            </a:r>
            <a:r>
              <a:rPr lang="en-US" sz="2500">
                <a:latin typeface="Arial"/>
                <a:ea typeface="Arial"/>
                <a:cs typeface="Arial"/>
                <a:sym typeface="Arial"/>
              </a:rPr>
              <a:t>) including </a:t>
            </a:r>
            <a:r>
              <a:rPr b="1" lang="en-US" sz="2500">
                <a:latin typeface="Arial"/>
                <a:ea typeface="Arial"/>
                <a:cs typeface="Arial"/>
                <a:sym typeface="Arial"/>
              </a:rPr>
              <a:t>Net Emission Zero by 2070.</a:t>
            </a:r>
            <a:endParaRPr sz="2500"/>
          </a:p>
          <a:p>
            <a:pPr indent="-673100" lvl="0" marL="685800" rtl="0" algn="l">
              <a:spcBef>
                <a:spcPts val="0"/>
              </a:spcBef>
              <a:spcAft>
                <a:spcPts val="0"/>
              </a:spcAft>
              <a:buSzPts val="2500"/>
              <a:buFont typeface="Arial"/>
              <a:buChar char="•"/>
            </a:pPr>
            <a:r>
              <a:rPr lang="en-US" sz="2500">
                <a:latin typeface="Arial"/>
                <a:ea typeface="Arial"/>
                <a:cs typeface="Arial"/>
                <a:sym typeface="Arial"/>
              </a:rPr>
              <a:t>Despite data indicating that India is currently not on track to achieve net-zero emissions by 2070, the government's active implementation of policies promoting </a:t>
            </a:r>
            <a:r>
              <a:rPr b="1" lang="en-US" sz="2500">
                <a:latin typeface="Arial"/>
                <a:ea typeface="Arial"/>
                <a:cs typeface="Arial"/>
                <a:sym typeface="Arial"/>
              </a:rPr>
              <a:t>renewable energy adoption, decarbonization, and sustainable infrastructure</a:t>
            </a:r>
            <a:r>
              <a:rPr lang="en-US" sz="2500">
                <a:latin typeface="Arial"/>
                <a:ea typeface="Arial"/>
                <a:cs typeface="Arial"/>
                <a:sym typeface="Arial"/>
              </a:rPr>
              <a:t> demonstrates a firm commitment to accelerating progress and bridging the gap towards a low-carbon future.</a:t>
            </a:r>
            <a:endParaRPr sz="2500"/>
          </a:p>
          <a:p>
            <a:pPr indent="-673100" lvl="0" marL="685800" rtl="0" algn="l">
              <a:spcBef>
                <a:spcPts val="0"/>
              </a:spcBef>
              <a:spcAft>
                <a:spcPts val="0"/>
              </a:spcAft>
              <a:buSzPts val="2500"/>
              <a:buFont typeface="Arial"/>
              <a:buChar char="•"/>
            </a:pPr>
            <a:r>
              <a:rPr lang="en-US" sz="2500">
                <a:latin typeface="Arial"/>
                <a:ea typeface="Arial"/>
                <a:cs typeface="Arial"/>
                <a:sym typeface="Arial"/>
              </a:rPr>
              <a:t>To achieve this goal of Net Emission Zero By 2070, India should focus on these five pillars including </a:t>
            </a:r>
            <a:r>
              <a:rPr b="1" lang="en-US" sz="2500">
                <a:solidFill>
                  <a:schemeClr val="dk1"/>
                </a:solidFill>
                <a:latin typeface="Arial"/>
                <a:ea typeface="Arial"/>
                <a:cs typeface="Arial"/>
                <a:sym typeface="Arial"/>
              </a:rPr>
              <a:t>Low Carbon E, Green Mobility, Decarbonization of Energy-Intensive Industries, Green Buildings, Infrastructure and Cities and Sustainable Agriculture. </a:t>
            </a:r>
            <a:endParaRPr sz="25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1"/>
          <p:cNvSpPr/>
          <p:nvPr/>
        </p:nvSpPr>
        <p:spPr>
          <a:xfrm>
            <a:off x="5945600" y="7755350"/>
            <a:ext cx="11655600" cy="243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246" name="Google Shape;246;p21"/>
          <p:cNvSpPr txBox="1"/>
          <p:nvPr>
            <p:ph type="title"/>
          </p:nvPr>
        </p:nvSpPr>
        <p:spPr>
          <a:xfrm>
            <a:off x="1045374" y="558403"/>
            <a:ext cx="17242500" cy="8466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US" sz="5500">
                <a:latin typeface="Calibri"/>
                <a:ea typeface="Calibri"/>
                <a:cs typeface="Calibri"/>
                <a:sym typeface="Calibri"/>
              </a:rPr>
              <a:t>References</a:t>
            </a:r>
            <a:endParaRPr b="1" sz="5500">
              <a:latin typeface="Calibri"/>
              <a:ea typeface="Calibri"/>
              <a:cs typeface="Calibri"/>
              <a:sym typeface="Calibri"/>
            </a:endParaRPr>
          </a:p>
        </p:txBody>
      </p:sp>
      <p:sp>
        <p:nvSpPr>
          <p:cNvPr id="247" name="Google Shape;247;p21"/>
          <p:cNvSpPr txBox="1"/>
          <p:nvPr>
            <p:ph idx="1" type="body"/>
          </p:nvPr>
        </p:nvSpPr>
        <p:spPr>
          <a:xfrm>
            <a:off x="1150524" y="2016150"/>
            <a:ext cx="17032200" cy="5880000"/>
          </a:xfrm>
          <a:prstGeom prst="rect">
            <a:avLst/>
          </a:prstGeom>
        </p:spPr>
        <p:txBody>
          <a:bodyPr anchorCtr="0" anchor="t" bIns="0" lIns="0" spcFirstLastPara="1" rIns="0" wrap="square" tIns="0">
            <a:spAutoFit/>
          </a:bodyPr>
          <a:lstStyle/>
          <a:p>
            <a:pPr indent="-482600" lvl="0" marL="457200" rtl="0" algn="l">
              <a:spcBef>
                <a:spcPts val="0"/>
              </a:spcBef>
              <a:spcAft>
                <a:spcPts val="0"/>
              </a:spcAft>
              <a:buSzPts val="4000"/>
              <a:buChar char="➢"/>
            </a:pPr>
            <a:r>
              <a:rPr lang="en-US" sz="4000"/>
              <a:t>Given Dataset of SDG indicators from 2005 to 2015</a:t>
            </a:r>
            <a:endParaRPr sz="4000"/>
          </a:p>
          <a:p>
            <a:pPr indent="0" lvl="0" marL="457200" rtl="0" algn="l">
              <a:spcBef>
                <a:spcPts val="0"/>
              </a:spcBef>
              <a:spcAft>
                <a:spcPts val="0"/>
              </a:spcAft>
              <a:buNone/>
            </a:pPr>
            <a:r>
              <a:t/>
            </a:r>
            <a:endParaRPr sz="4000"/>
          </a:p>
          <a:p>
            <a:pPr indent="-482600" lvl="0" marL="457200" rtl="0" algn="l">
              <a:spcBef>
                <a:spcPts val="0"/>
              </a:spcBef>
              <a:spcAft>
                <a:spcPts val="0"/>
              </a:spcAft>
              <a:buSzPts val="4000"/>
              <a:buChar char="➢"/>
            </a:pPr>
            <a:r>
              <a:rPr lang="en-US" sz="4000" u="sng">
                <a:solidFill>
                  <a:schemeClr val="hlink"/>
                </a:solidFill>
                <a:hlinkClick r:id="rId3"/>
              </a:rPr>
              <a:t>www.worldeconomicforum.org</a:t>
            </a:r>
            <a:endParaRPr sz="4000"/>
          </a:p>
          <a:p>
            <a:pPr indent="0" lvl="0" marL="457200" rtl="0" algn="l">
              <a:spcBef>
                <a:spcPts val="0"/>
              </a:spcBef>
              <a:spcAft>
                <a:spcPts val="0"/>
              </a:spcAft>
              <a:buNone/>
            </a:pPr>
            <a:r>
              <a:t/>
            </a:r>
            <a:endParaRPr sz="4000"/>
          </a:p>
          <a:p>
            <a:pPr indent="-482600" lvl="0" marL="457200" rtl="0" algn="l">
              <a:spcBef>
                <a:spcPts val="0"/>
              </a:spcBef>
              <a:spcAft>
                <a:spcPts val="0"/>
              </a:spcAft>
              <a:buSzPts val="4000"/>
              <a:buChar char="➢"/>
            </a:pPr>
            <a:r>
              <a:rPr lang="en-US" sz="4000" u="sng">
                <a:solidFill>
                  <a:schemeClr val="hlink"/>
                </a:solidFill>
                <a:hlinkClick r:id="rId4"/>
              </a:rPr>
              <a:t>www.outlookbusiness.com/planet</a:t>
            </a:r>
            <a:endParaRPr sz="4000"/>
          </a:p>
          <a:p>
            <a:pPr indent="0" lvl="0" marL="457200" rtl="0" algn="l">
              <a:spcBef>
                <a:spcPts val="0"/>
              </a:spcBef>
              <a:spcAft>
                <a:spcPts val="0"/>
              </a:spcAft>
              <a:buNone/>
            </a:pPr>
            <a:r>
              <a:t/>
            </a:r>
            <a:endParaRPr sz="4000"/>
          </a:p>
          <a:p>
            <a:pPr indent="-482600" lvl="0" marL="457200" rtl="0" algn="l">
              <a:spcBef>
                <a:spcPts val="0"/>
              </a:spcBef>
              <a:spcAft>
                <a:spcPts val="0"/>
              </a:spcAft>
              <a:buSzPts val="4000"/>
              <a:buChar char="➢"/>
            </a:pPr>
            <a:r>
              <a:rPr lang="en-US" sz="4000" u="sng">
                <a:solidFill>
                  <a:schemeClr val="hlink"/>
                </a:solidFill>
                <a:hlinkClick r:id="rId5"/>
              </a:rPr>
              <a:t>dashboards.sdgindex.org/profiles</a:t>
            </a:r>
            <a:endParaRPr sz="4000"/>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22"/>
          <p:cNvPicPr preferRelativeResize="0"/>
          <p:nvPr/>
        </p:nvPicPr>
        <p:blipFill>
          <a:blip r:embed="rId3">
            <a:alphaModFix/>
          </a:blip>
          <a:stretch>
            <a:fillRect/>
          </a:stretch>
        </p:blipFill>
        <p:spPr>
          <a:xfrm>
            <a:off x="-18" y="0"/>
            <a:ext cx="18288019" cy="10287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